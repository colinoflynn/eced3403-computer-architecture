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79" r:id="rId4"/>
    <p:sldId id="281" r:id="rId5"/>
    <p:sldId id="389" r:id="rId6"/>
    <p:sldId id="390" r:id="rId7"/>
    <p:sldId id="391" r:id="rId8"/>
    <p:sldId id="392" r:id="rId9"/>
    <p:sldId id="393" r:id="rId10"/>
    <p:sldId id="394" r:id="rId11"/>
    <p:sldId id="282" r:id="rId12"/>
    <p:sldId id="258" r:id="rId13"/>
    <p:sldId id="259" r:id="rId14"/>
    <p:sldId id="260" r:id="rId15"/>
    <p:sldId id="264" r:id="rId16"/>
    <p:sldId id="266" r:id="rId17"/>
    <p:sldId id="269" r:id="rId18"/>
    <p:sldId id="268" r:id="rId19"/>
    <p:sldId id="267" r:id="rId20"/>
    <p:sldId id="270" r:id="rId21"/>
    <p:sldId id="408" r:id="rId22"/>
    <p:sldId id="271" r:id="rId23"/>
    <p:sldId id="406" r:id="rId24"/>
    <p:sldId id="273" r:id="rId25"/>
    <p:sldId id="397" r:id="rId26"/>
    <p:sldId id="398" r:id="rId27"/>
    <p:sldId id="399" r:id="rId28"/>
    <p:sldId id="400" r:id="rId29"/>
    <p:sldId id="401" r:id="rId30"/>
    <p:sldId id="395" r:id="rId31"/>
    <p:sldId id="396" r:id="rId32"/>
    <p:sldId id="402" r:id="rId33"/>
    <p:sldId id="403" r:id="rId34"/>
    <p:sldId id="404" r:id="rId35"/>
    <p:sldId id="405" r:id="rId36"/>
    <p:sldId id="275" r:id="rId37"/>
    <p:sldId id="276" r:id="rId38"/>
    <p:sldId id="409" r:id="rId39"/>
    <p:sldId id="277" r:id="rId40"/>
    <p:sldId id="410" r:id="rId41"/>
    <p:sldId id="261" r:id="rId42"/>
    <p:sldId id="407" r:id="rId43"/>
    <p:sldId id="27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5" autoAdjust="0"/>
    <p:restoredTop sz="76416" autoAdjust="0"/>
  </p:normalViewPr>
  <p:slideViewPr>
    <p:cSldViewPr snapToGrid="0">
      <p:cViewPr varScale="1">
        <p:scale>
          <a:sx n="85" d="100"/>
          <a:sy n="85" d="100"/>
        </p:scale>
        <p:origin x="72" y="5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5EED4A-3585-4524-A81E-A4607D5057F6}" type="datetimeFigureOut">
              <a:rPr lang="en-CA" smtClean="0"/>
              <a:t>2026-03-14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C467B-3273-4353-9FBF-06D73C896B70}" type="slidenum">
              <a:rPr lang="en-CA" smtClean="0"/>
              <a:t>‹#›</a:t>
            </a:fld>
            <a:endParaRPr lang="en-CA"/>
          </a:p>
        </p:txBody>
      </p:sp>
    </p:spTree>
    <p:extLst>
      <p:ext uri="{BB962C8B-B14F-4D97-AF65-F5344CB8AC3E}">
        <p14:creationId xmlns:p14="http://schemas.microsoft.com/office/powerpoint/2010/main" val="3908648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visual6502.org/sim/varm/armgl.html"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www.righto.com/2015/12/reverse-engineering-arm1-ancestor-of.html"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components should be familiar from an introductory course on digital electronics.</a:t>
            </a:r>
          </a:p>
          <a:p>
            <a:endParaRPr lang="en-GB" dirty="0"/>
          </a:p>
          <a:p>
            <a:r>
              <a:rPr lang="en-GB" b="1" dirty="0"/>
              <a:t>Memories</a:t>
            </a:r>
            <a:r>
              <a:rPr lang="en-GB" dirty="0"/>
              <a:t> - To keep things simple, we will use a different memory for instructions and data in this example. This is also the norm for real processors as we often want to access both instructions and data in memory at the same time.</a:t>
            </a:r>
          </a:p>
          <a:p>
            <a:endParaRPr lang="en-GB" dirty="0"/>
          </a:p>
          <a:p>
            <a:r>
              <a:rPr lang="en-GB" dirty="0"/>
              <a:t>The </a:t>
            </a:r>
            <a:r>
              <a:rPr lang="en-GB" b="1" dirty="0"/>
              <a:t>register file </a:t>
            </a:r>
            <a:r>
              <a:rPr lang="en-GB" dirty="0"/>
              <a:t>is simply a small multi-ported memory. Adding multiple “</a:t>
            </a:r>
            <a:r>
              <a:rPr lang="en-GB" b="1" dirty="0"/>
              <a:t>ports</a:t>
            </a:r>
            <a:r>
              <a:rPr lang="en-GB" dirty="0"/>
              <a:t>” allows us to read from, or write to, multiple memory locations in a single clock cycle.</a:t>
            </a:r>
          </a:p>
          <a:p>
            <a:endParaRPr lang="en-GB" dirty="0"/>
          </a:p>
          <a:p>
            <a:r>
              <a:rPr lang="en-GB" dirty="0"/>
              <a:t>Our register file has two read ports and a single write port - we can read two values and write a result in a single clock cycle.</a:t>
            </a:r>
          </a:p>
          <a:p>
            <a:endParaRPr lang="en-GB" dirty="0"/>
          </a:p>
          <a:p>
            <a:r>
              <a:rPr lang="en-GB" dirty="0"/>
              <a:t>Our processor can only load data from memory into our register file and store data from the register file to memory using special </a:t>
            </a:r>
            <a:r>
              <a:rPr lang="en-GB" b="1" dirty="0"/>
              <a:t>load</a:t>
            </a:r>
            <a:r>
              <a:rPr lang="en-GB" dirty="0"/>
              <a:t> and </a:t>
            </a:r>
            <a:r>
              <a:rPr lang="en-GB" b="1" dirty="0"/>
              <a:t>store</a:t>
            </a:r>
            <a:r>
              <a:rPr lang="en-GB" dirty="0"/>
              <a:t> instructions. Architectures that restrict memory access to a few instructions like this are called </a:t>
            </a:r>
            <a:r>
              <a:rPr lang="en-GB" b="1" dirty="0"/>
              <a:t>load-store architectures </a:t>
            </a:r>
          </a:p>
          <a:p>
            <a:endParaRPr lang="en-GB" dirty="0"/>
          </a:p>
          <a:p>
            <a:r>
              <a:rPr lang="en-GB" b="1" dirty="0"/>
              <a:t>ALU</a:t>
            </a:r>
            <a:r>
              <a:rPr lang="en-GB" dirty="0"/>
              <a:t> – Arithmetic Logic Unit, a functional unit capable of performing a range of arithmetic and logical operations. The input is typically two operands and the operation to be performed (e.g., add, shift, </a:t>
            </a:r>
            <a:r>
              <a:rPr lang="en-GB" dirty="0" err="1"/>
              <a:t>xor</a:t>
            </a:r>
            <a:r>
              <a:rPr lang="en-GB" dirty="0"/>
              <a:t>, etc.). The output is the result.</a:t>
            </a:r>
          </a:p>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3</a:t>
            </a:fld>
            <a:endParaRPr lang="en-CA"/>
          </a:p>
        </p:txBody>
      </p:sp>
    </p:spTree>
    <p:extLst>
      <p:ext uri="{BB962C8B-B14F-4D97-AF65-F5344CB8AC3E}">
        <p14:creationId xmlns:p14="http://schemas.microsoft.com/office/powerpoint/2010/main" val="309732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GB" dirty="0"/>
              <a:t>A datapath is simply a collection of registers, ALUs, memories, etc. that operate on words of data. Processors are constructed from datapaths and control logic. The control logic provides the select, enable, and other control signals to each of the datapath components necessary to execute each instruction correctly. </a:t>
            </a:r>
          </a:p>
          <a:p>
            <a:endParaRPr lang="en-IN"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4051559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1181628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2227654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3874826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Sign extending immediate values </a:t>
            </a:r>
          </a:p>
          <a:p>
            <a:endParaRPr lang="en-GB" dirty="0"/>
          </a:p>
          <a:p>
            <a:r>
              <a:rPr lang="en-GB" dirty="0"/>
              <a:t>Our immediate values are contained within instructions so will be less than 32-bits (our instructions are a fixed size, and we will need to use some bits to indicate what the instruction is and at least specify a destination register). Before we use these values within our datapath, we must increase their width to 32-bits. This must be done while preserving the number’s sign and value. As the value is stored in two’s complement form, we simply duplicate the most significant bit (MSB) to fill the additional uppermost bits.</a:t>
            </a:r>
          </a:p>
          <a:p>
            <a:endParaRPr lang="en-GB" dirty="0"/>
          </a:p>
          <a:p>
            <a:endParaRPr lang="en-IN"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185581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In our simple processor, all instructions are 32-bits, hence all branch targets will be aligned on 32-bit boundaries. Therefore, the lower two bits of the address are always zero. Hence, we don’t need to store these lower bits in the instruction and can simply shift the immediate value two places to the left when adding to the current PC value (i.e., specify the PC offset in terms of the number of instructions and then multiply by 4 to get the offset in terms of bytes).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Other resources: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Here is a link to a visual simulation of the Arm1 processor. It is possible to zoom in (using the mouse wheel) and watch the processor in action. Individual transistors and the interconnect between them is clearly visible.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hlinkClick r:id="rId3"/>
              </a:rPr>
              <a:t>http://visual6502.org/sim/varm/armgl.html</a:t>
            </a: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dirty="0">
                <a:hlinkClick r:id="rId4"/>
              </a:rPr>
              <a:t>http://www.righto.com/2015/12/reverse-engineering-arm1-ancestor-of.html</a:t>
            </a:r>
            <a:r>
              <a:rPr lang="en-GB" sz="1200" dirty="0"/>
              <a:t>s</a:t>
            </a: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The Arm1 was introduced in 1985 using a 3 micron technology (today’s cutting edge technologies are called “10 nm or 7 nm”).</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The Arm1’s peak performance was 8 MIPS.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The processor was organized as a three stage pipeline:</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GB" sz="1200" kern="1200" dirty="0">
                <a:solidFill>
                  <a:schemeClr val="tx2"/>
                </a:solidFill>
                <a:latin typeface="+mn-lt"/>
                <a:ea typeface="ＭＳ Ｐゴシック" charset="0"/>
                <a:cs typeface="ＭＳ Ｐゴシック" charset="0"/>
              </a:rPr>
              <a:t>Instruction fetch</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GB" sz="1200" kern="1200" dirty="0">
                <a:solidFill>
                  <a:schemeClr val="tx2"/>
                </a:solidFill>
                <a:latin typeface="+mn-lt"/>
                <a:ea typeface="ＭＳ Ｐゴシック" charset="0"/>
                <a:cs typeface="ＭＳ Ｐゴシック" charset="0"/>
              </a:rPr>
              <a:t>Instruction decode </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GB" sz="1200" kern="1200" dirty="0">
                <a:solidFill>
                  <a:schemeClr val="tx2"/>
                </a:solidFill>
                <a:latin typeface="+mn-lt"/>
                <a:ea typeface="ＭＳ Ｐゴシック" charset="0"/>
                <a:cs typeface="ＭＳ Ｐゴシック" charset="0"/>
              </a:rPr>
              <a:t>Execute: Register read, shift, ALU, register write (and memory accesses)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2"/>
              </a:solidFill>
              <a:latin typeface="+mn-lt"/>
              <a:ea typeface="ＭＳ Ｐゴシック" charset="0"/>
              <a:cs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2"/>
                </a:solidFill>
                <a:latin typeface="+mn-lt"/>
                <a:ea typeface="ＭＳ Ｐゴシック" charset="0"/>
                <a:cs typeface="ＭＳ Ｐゴシック" charset="0"/>
              </a:rPr>
              <a:t>Some instructions could take up to 5 cycles to complete as they need to be run through the execute stage two or three times given the processors limited resources.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3274759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18</a:t>
            </a:fld>
            <a:endParaRPr lang="en-CA"/>
          </a:p>
        </p:txBody>
      </p:sp>
    </p:spTree>
    <p:extLst>
      <p:ext uri="{BB962C8B-B14F-4D97-AF65-F5344CB8AC3E}">
        <p14:creationId xmlns:p14="http://schemas.microsoft.com/office/powerpoint/2010/main" val="1900558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19</a:t>
            </a:fld>
            <a:endParaRPr lang="en-CA"/>
          </a:p>
        </p:txBody>
      </p:sp>
    </p:spTree>
    <p:extLst>
      <p:ext uri="{BB962C8B-B14F-4D97-AF65-F5344CB8AC3E}">
        <p14:creationId xmlns:p14="http://schemas.microsoft.com/office/powerpoint/2010/main" val="508871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20</a:t>
            </a:fld>
            <a:endParaRPr lang="en-CA"/>
          </a:p>
        </p:txBody>
      </p:sp>
    </p:spTree>
    <p:extLst>
      <p:ext uri="{BB962C8B-B14F-4D97-AF65-F5344CB8AC3E}">
        <p14:creationId xmlns:p14="http://schemas.microsoft.com/office/powerpoint/2010/main" val="1441774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24</a:t>
            </a:fld>
            <a:endParaRPr lang="en-CA"/>
          </a:p>
        </p:txBody>
      </p:sp>
    </p:spTree>
    <p:extLst>
      <p:ext uri="{BB962C8B-B14F-4D97-AF65-F5344CB8AC3E}">
        <p14:creationId xmlns:p14="http://schemas.microsoft.com/office/powerpoint/2010/main" val="2455547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27</a:t>
            </a:fld>
            <a:endParaRPr lang="en-CA"/>
          </a:p>
        </p:txBody>
      </p:sp>
    </p:spTree>
    <p:extLst>
      <p:ext uri="{BB962C8B-B14F-4D97-AF65-F5344CB8AC3E}">
        <p14:creationId xmlns:p14="http://schemas.microsoft.com/office/powerpoint/2010/main" val="1210886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28</a:t>
            </a:fld>
            <a:endParaRPr lang="en-CA"/>
          </a:p>
        </p:txBody>
      </p:sp>
    </p:spTree>
    <p:extLst>
      <p:ext uri="{BB962C8B-B14F-4D97-AF65-F5344CB8AC3E}">
        <p14:creationId xmlns:p14="http://schemas.microsoft.com/office/powerpoint/2010/main" val="2878827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29</a:t>
            </a:fld>
            <a:endParaRPr lang="en-CA"/>
          </a:p>
        </p:txBody>
      </p:sp>
    </p:spTree>
    <p:extLst>
      <p:ext uri="{BB962C8B-B14F-4D97-AF65-F5344CB8AC3E}">
        <p14:creationId xmlns:p14="http://schemas.microsoft.com/office/powerpoint/2010/main" val="1322776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30</a:t>
            </a:fld>
            <a:endParaRPr lang="en-CA"/>
          </a:p>
        </p:txBody>
      </p:sp>
    </p:spTree>
    <p:extLst>
      <p:ext uri="{BB962C8B-B14F-4D97-AF65-F5344CB8AC3E}">
        <p14:creationId xmlns:p14="http://schemas.microsoft.com/office/powerpoint/2010/main" val="2031262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32</a:t>
            </a:fld>
            <a:endParaRPr lang="en-CA"/>
          </a:p>
        </p:txBody>
      </p:sp>
    </p:spTree>
    <p:extLst>
      <p:ext uri="{BB962C8B-B14F-4D97-AF65-F5344CB8AC3E}">
        <p14:creationId xmlns:p14="http://schemas.microsoft.com/office/powerpoint/2010/main" val="2662789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35</a:t>
            </a:fld>
            <a:endParaRPr lang="en-CA"/>
          </a:p>
        </p:txBody>
      </p:sp>
    </p:spTree>
    <p:extLst>
      <p:ext uri="{BB962C8B-B14F-4D97-AF65-F5344CB8AC3E}">
        <p14:creationId xmlns:p14="http://schemas.microsoft.com/office/powerpoint/2010/main" val="1250520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37</a:t>
            </a:fld>
            <a:endParaRPr lang="en-CA"/>
          </a:p>
        </p:txBody>
      </p:sp>
    </p:spTree>
    <p:extLst>
      <p:ext uri="{BB962C8B-B14F-4D97-AF65-F5344CB8AC3E}">
        <p14:creationId xmlns:p14="http://schemas.microsoft.com/office/powerpoint/2010/main" val="856185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41</a:t>
            </a:fld>
            <a:endParaRPr lang="en-CA"/>
          </a:p>
        </p:txBody>
      </p:sp>
    </p:spTree>
    <p:extLst>
      <p:ext uri="{BB962C8B-B14F-4D97-AF65-F5344CB8AC3E}">
        <p14:creationId xmlns:p14="http://schemas.microsoft.com/office/powerpoint/2010/main" val="696650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42</a:t>
            </a:fld>
            <a:endParaRPr lang="en-CA"/>
          </a:p>
        </p:txBody>
      </p:sp>
    </p:spTree>
    <p:extLst>
      <p:ext uri="{BB962C8B-B14F-4D97-AF65-F5344CB8AC3E}">
        <p14:creationId xmlns:p14="http://schemas.microsoft.com/office/powerpoint/2010/main" val="2008241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52C467B-3273-4353-9FBF-06D73C896B70}" type="slidenum">
              <a:rPr lang="en-CA" smtClean="0"/>
              <a:t>43</a:t>
            </a:fld>
            <a:endParaRPr lang="en-CA"/>
          </a:p>
        </p:txBody>
      </p:sp>
    </p:spTree>
    <p:extLst>
      <p:ext uri="{BB962C8B-B14F-4D97-AF65-F5344CB8AC3E}">
        <p14:creationId xmlns:p14="http://schemas.microsoft.com/office/powerpoint/2010/main" val="3305992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DBB13-BF3E-B08B-2F23-515A5CE40F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A"/>
          </a:p>
        </p:txBody>
      </p:sp>
      <p:sp>
        <p:nvSpPr>
          <p:cNvPr id="3" name="Subtitle 2">
            <a:extLst>
              <a:ext uri="{FF2B5EF4-FFF2-40B4-BE49-F238E27FC236}">
                <a16:creationId xmlns:a16="http://schemas.microsoft.com/office/drawing/2014/main" id="{D1072517-32B4-F50B-3D3A-C9C53D73C1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A"/>
          </a:p>
        </p:txBody>
      </p:sp>
      <p:sp>
        <p:nvSpPr>
          <p:cNvPr id="4" name="Date Placeholder 3">
            <a:extLst>
              <a:ext uri="{FF2B5EF4-FFF2-40B4-BE49-F238E27FC236}">
                <a16:creationId xmlns:a16="http://schemas.microsoft.com/office/drawing/2014/main" id="{F06DCB6C-FAEF-98EA-BCC7-913EC53B48BE}"/>
              </a:ext>
            </a:extLst>
          </p:cNvPr>
          <p:cNvSpPr>
            <a:spLocks noGrp="1"/>
          </p:cNvSpPr>
          <p:nvPr>
            <p:ph type="dt" sz="half" idx="10"/>
          </p:nvPr>
        </p:nvSpPr>
        <p:spPr/>
        <p:txBody>
          <a:bodyPr/>
          <a:lstStyle/>
          <a:p>
            <a:fld id="{9C2AC21C-9D90-4406-8741-4F943C23DB80}" type="datetime1">
              <a:rPr lang="en-CA" smtClean="0"/>
              <a:t>2026-03-14</a:t>
            </a:fld>
            <a:endParaRPr lang="en-CA"/>
          </a:p>
        </p:txBody>
      </p:sp>
      <p:sp>
        <p:nvSpPr>
          <p:cNvPr id="5" name="Footer Placeholder 4">
            <a:extLst>
              <a:ext uri="{FF2B5EF4-FFF2-40B4-BE49-F238E27FC236}">
                <a16:creationId xmlns:a16="http://schemas.microsoft.com/office/drawing/2014/main" id="{D954BC61-767D-C6F8-466F-B98BBBED2535}"/>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A67A1A87-B6CB-E3B9-F617-F9C043AD950D}"/>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1135239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B54D4-F627-E509-BB0F-832BF426458B}"/>
              </a:ext>
            </a:extLst>
          </p:cNvPr>
          <p:cNvSpPr>
            <a:spLocks noGrp="1"/>
          </p:cNvSpPr>
          <p:nvPr>
            <p:ph type="title"/>
          </p:nvPr>
        </p:nvSpPr>
        <p:spPr/>
        <p:txBody>
          <a:bodyPr/>
          <a:lstStyle/>
          <a:p>
            <a:r>
              <a:rPr lang="en-GB"/>
              <a:t>Click to edit Master title style</a:t>
            </a:r>
            <a:endParaRPr lang="en-CA"/>
          </a:p>
        </p:txBody>
      </p:sp>
      <p:sp>
        <p:nvSpPr>
          <p:cNvPr id="3" name="Content Placeholder 2">
            <a:extLst>
              <a:ext uri="{FF2B5EF4-FFF2-40B4-BE49-F238E27FC236}">
                <a16:creationId xmlns:a16="http://schemas.microsoft.com/office/drawing/2014/main" id="{2FCB0E92-768D-ED08-8020-C4789DE2F83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4" name="Date Placeholder 3">
            <a:extLst>
              <a:ext uri="{FF2B5EF4-FFF2-40B4-BE49-F238E27FC236}">
                <a16:creationId xmlns:a16="http://schemas.microsoft.com/office/drawing/2014/main" id="{5227F047-DB3A-A5F2-8DE5-101F49EFA657}"/>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5B8B90AC-2719-B6E2-FA92-E6F3300D0BE4}"/>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B14D5EF7-E200-CCA5-4109-21FD01504BFB}"/>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154559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41D68-7A11-F5EF-5F4A-AC0A051A70D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A"/>
          </a:p>
        </p:txBody>
      </p:sp>
      <p:sp>
        <p:nvSpPr>
          <p:cNvPr id="3" name="Text Placeholder 2">
            <a:extLst>
              <a:ext uri="{FF2B5EF4-FFF2-40B4-BE49-F238E27FC236}">
                <a16:creationId xmlns:a16="http://schemas.microsoft.com/office/drawing/2014/main" id="{0FCC8DAD-F985-DCBA-B38F-618187FED1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C76AAE-E107-3B57-858A-F4880A44CFB2}"/>
              </a:ext>
            </a:extLst>
          </p:cNvPr>
          <p:cNvSpPr>
            <a:spLocks noGrp="1"/>
          </p:cNvSpPr>
          <p:nvPr>
            <p:ph type="dt" sz="half" idx="10"/>
          </p:nvPr>
        </p:nvSpPr>
        <p:spPr/>
        <p:txBody>
          <a:bodyPr/>
          <a:lstStyle/>
          <a:p>
            <a:fld id="{E5A46C1F-6AC4-4BBB-82D4-56212E7FF526}" type="datetime1">
              <a:rPr lang="en-CA" smtClean="0"/>
              <a:t>2026-03-14</a:t>
            </a:fld>
            <a:endParaRPr lang="en-CA"/>
          </a:p>
        </p:txBody>
      </p:sp>
      <p:sp>
        <p:nvSpPr>
          <p:cNvPr id="5" name="Footer Placeholder 4">
            <a:extLst>
              <a:ext uri="{FF2B5EF4-FFF2-40B4-BE49-F238E27FC236}">
                <a16:creationId xmlns:a16="http://schemas.microsoft.com/office/drawing/2014/main" id="{9020F9FF-A9D0-E220-2CC3-3C83F175B364}"/>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A8FA69E7-51A7-03E7-BB63-E18A87971B98}"/>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3867469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C2697-B004-A7C1-AEEE-EF1633643ECA}"/>
              </a:ext>
            </a:extLst>
          </p:cNvPr>
          <p:cNvSpPr>
            <a:spLocks noGrp="1"/>
          </p:cNvSpPr>
          <p:nvPr>
            <p:ph type="title"/>
          </p:nvPr>
        </p:nvSpPr>
        <p:spPr/>
        <p:txBody>
          <a:bodyPr/>
          <a:lstStyle/>
          <a:p>
            <a:r>
              <a:rPr lang="en-GB"/>
              <a:t>Click to edit Master title style</a:t>
            </a:r>
            <a:endParaRPr lang="en-CA"/>
          </a:p>
        </p:txBody>
      </p:sp>
      <p:sp>
        <p:nvSpPr>
          <p:cNvPr id="3" name="Content Placeholder 2">
            <a:extLst>
              <a:ext uri="{FF2B5EF4-FFF2-40B4-BE49-F238E27FC236}">
                <a16:creationId xmlns:a16="http://schemas.microsoft.com/office/drawing/2014/main" id="{D06250F3-68CE-1D3A-1214-DABA5C4591D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4" name="Content Placeholder 3">
            <a:extLst>
              <a:ext uri="{FF2B5EF4-FFF2-40B4-BE49-F238E27FC236}">
                <a16:creationId xmlns:a16="http://schemas.microsoft.com/office/drawing/2014/main" id="{47A87AC0-3311-A6B4-458F-D6205897C1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5" name="Date Placeholder 4">
            <a:extLst>
              <a:ext uri="{FF2B5EF4-FFF2-40B4-BE49-F238E27FC236}">
                <a16:creationId xmlns:a16="http://schemas.microsoft.com/office/drawing/2014/main" id="{023774F3-555B-3CFC-D380-E4D480D0CE20}"/>
              </a:ext>
            </a:extLst>
          </p:cNvPr>
          <p:cNvSpPr>
            <a:spLocks noGrp="1"/>
          </p:cNvSpPr>
          <p:nvPr>
            <p:ph type="dt" sz="half" idx="10"/>
          </p:nvPr>
        </p:nvSpPr>
        <p:spPr/>
        <p:txBody>
          <a:bodyPr/>
          <a:lstStyle/>
          <a:p>
            <a:fld id="{B96CAF60-2071-44D7-B654-EBA3DF6994B7}" type="datetime1">
              <a:rPr lang="en-CA" smtClean="0"/>
              <a:t>2026-03-14</a:t>
            </a:fld>
            <a:endParaRPr lang="en-CA"/>
          </a:p>
        </p:txBody>
      </p:sp>
      <p:sp>
        <p:nvSpPr>
          <p:cNvPr id="6" name="Footer Placeholder 5">
            <a:extLst>
              <a:ext uri="{FF2B5EF4-FFF2-40B4-BE49-F238E27FC236}">
                <a16:creationId xmlns:a16="http://schemas.microsoft.com/office/drawing/2014/main" id="{491DE432-0894-4E5C-D9D8-1568DEEE6043}"/>
              </a:ext>
            </a:extLst>
          </p:cNvPr>
          <p:cNvSpPr>
            <a:spLocks noGrp="1"/>
          </p:cNvSpPr>
          <p:nvPr>
            <p:ph type="ftr" sz="quarter" idx="11"/>
          </p:nvPr>
        </p:nvSpPr>
        <p:spPr/>
        <p:txBody>
          <a:bodyPr/>
          <a:lstStyle/>
          <a:p>
            <a:r>
              <a:rPr lang="en-US"/>
              <a:t>ECED3403 Computer Architecture. Colin O'Flynn.</a:t>
            </a:r>
            <a:endParaRPr lang="en-CA"/>
          </a:p>
        </p:txBody>
      </p:sp>
      <p:sp>
        <p:nvSpPr>
          <p:cNvPr id="7" name="Slide Number Placeholder 6">
            <a:extLst>
              <a:ext uri="{FF2B5EF4-FFF2-40B4-BE49-F238E27FC236}">
                <a16:creationId xmlns:a16="http://schemas.microsoft.com/office/drawing/2014/main" id="{485BBFC2-C0BA-C19C-2A73-2F7F96B85699}"/>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3322241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B6C3E-5F98-0531-4025-C7EE712DBA76}"/>
              </a:ext>
            </a:extLst>
          </p:cNvPr>
          <p:cNvSpPr>
            <a:spLocks noGrp="1"/>
          </p:cNvSpPr>
          <p:nvPr>
            <p:ph type="title"/>
          </p:nvPr>
        </p:nvSpPr>
        <p:spPr>
          <a:xfrm>
            <a:off x="839788" y="365125"/>
            <a:ext cx="10515600" cy="1325563"/>
          </a:xfrm>
        </p:spPr>
        <p:txBody>
          <a:bodyPr/>
          <a:lstStyle/>
          <a:p>
            <a:r>
              <a:rPr lang="en-GB"/>
              <a:t>Click to edit Master title style</a:t>
            </a:r>
            <a:endParaRPr lang="en-CA"/>
          </a:p>
        </p:txBody>
      </p:sp>
      <p:sp>
        <p:nvSpPr>
          <p:cNvPr id="3" name="Text Placeholder 2">
            <a:extLst>
              <a:ext uri="{FF2B5EF4-FFF2-40B4-BE49-F238E27FC236}">
                <a16:creationId xmlns:a16="http://schemas.microsoft.com/office/drawing/2014/main" id="{44B92E4E-45DB-C1A1-EF1E-FFE89DE846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C36C244-CDE8-A0A6-0E13-C7304C371D1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5" name="Text Placeholder 4">
            <a:extLst>
              <a:ext uri="{FF2B5EF4-FFF2-40B4-BE49-F238E27FC236}">
                <a16:creationId xmlns:a16="http://schemas.microsoft.com/office/drawing/2014/main" id="{C73213E1-472E-5B06-96CF-4F3D494DB4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005D4BB-8F83-E58A-98EA-70AB7B666FB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7" name="Date Placeholder 6">
            <a:extLst>
              <a:ext uri="{FF2B5EF4-FFF2-40B4-BE49-F238E27FC236}">
                <a16:creationId xmlns:a16="http://schemas.microsoft.com/office/drawing/2014/main" id="{623B5F78-DFAC-A475-82C4-C41AC5E0F8B0}"/>
              </a:ext>
            </a:extLst>
          </p:cNvPr>
          <p:cNvSpPr>
            <a:spLocks noGrp="1"/>
          </p:cNvSpPr>
          <p:nvPr>
            <p:ph type="dt" sz="half" idx="10"/>
          </p:nvPr>
        </p:nvSpPr>
        <p:spPr/>
        <p:txBody>
          <a:bodyPr/>
          <a:lstStyle/>
          <a:p>
            <a:fld id="{EBA51CF9-78F0-448C-8D15-7CFB0AD8A1EF}" type="datetime1">
              <a:rPr lang="en-CA" smtClean="0"/>
              <a:t>2026-03-14</a:t>
            </a:fld>
            <a:endParaRPr lang="en-CA"/>
          </a:p>
        </p:txBody>
      </p:sp>
      <p:sp>
        <p:nvSpPr>
          <p:cNvPr id="8" name="Footer Placeholder 7">
            <a:extLst>
              <a:ext uri="{FF2B5EF4-FFF2-40B4-BE49-F238E27FC236}">
                <a16:creationId xmlns:a16="http://schemas.microsoft.com/office/drawing/2014/main" id="{33DC9963-7528-A7C9-7DAC-EEB1B836E5DF}"/>
              </a:ext>
            </a:extLst>
          </p:cNvPr>
          <p:cNvSpPr>
            <a:spLocks noGrp="1"/>
          </p:cNvSpPr>
          <p:nvPr>
            <p:ph type="ftr" sz="quarter" idx="11"/>
          </p:nvPr>
        </p:nvSpPr>
        <p:spPr/>
        <p:txBody>
          <a:bodyPr/>
          <a:lstStyle/>
          <a:p>
            <a:r>
              <a:rPr lang="en-US"/>
              <a:t>ECED3403 Computer Architecture. Colin O'Flynn.</a:t>
            </a:r>
            <a:endParaRPr lang="en-CA"/>
          </a:p>
        </p:txBody>
      </p:sp>
      <p:sp>
        <p:nvSpPr>
          <p:cNvPr id="9" name="Slide Number Placeholder 8">
            <a:extLst>
              <a:ext uri="{FF2B5EF4-FFF2-40B4-BE49-F238E27FC236}">
                <a16:creationId xmlns:a16="http://schemas.microsoft.com/office/drawing/2014/main" id="{E06EDDEE-9796-FF97-0F92-CBF518C64A18}"/>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3487418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C697-5823-AC8C-8FFF-A79590582181}"/>
              </a:ext>
            </a:extLst>
          </p:cNvPr>
          <p:cNvSpPr>
            <a:spLocks noGrp="1"/>
          </p:cNvSpPr>
          <p:nvPr>
            <p:ph type="title"/>
          </p:nvPr>
        </p:nvSpPr>
        <p:spPr/>
        <p:txBody>
          <a:bodyPr/>
          <a:lstStyle/>
          <a:p>
            <a:r>
              <a:rPr lang="en-GB"/>
              <a:t>Click to edit Master title style</a:t>
            </a:r>
            <a:endParaRPr lang="en-CA"/>
          </a:p>
        </p:txBody>
      </p:sp>
      <p:sp>
        <p:nvSpPr>
          <p:cNvPr id="3" name="Date Placeholder 2">
            <a:extLst>
              <a:ext uri="{FF2B5EF4-FFF2-40B4-BE49-F238E27FC236}">
                <a16:creationId xmlns:a16="http://schemas.microsoft.com/office/drawing/2014/main" id="{FAC783C2-A020-3702-2A70-637A0FB97270}"/>
              </a:ext>
            </a:extLst>
          </p:cNvPr>
          <p:cNvSpPr>
            <a:spLocks noGrp="1"/>
          </p:cNvSpPr>
          <p:nvPr>
            <p:ph type="dt" sz="half" idx="10"/>
          </p:nvPr>
        </p:nvSpPr>
        <p:spPr/>
        <p:txBody>
          <a:bodyPr/>
          <a:lstStyle/>
          <a:p>
            <a:fld id="{AC8C4AA9-0DEF-4FD3-A1E7-36A11F98F47D}" type="datetime1">
              <a:rPr lang="en-CA" smtClean="0"/>
              <a:t>2026-03-14</a:t>
            </a:fld>
            <a:endParaRPr lang="en-CA"/>
          </a:p>
        </p:txBody>
      </p:sp>
      <p:sp>
        <p:nvSpPr>
          <p:cNvPr id="4" name="Footer Placeholder 3">
            <a:extLst>
              <a:ext uri="{FF2B5EF4-FFF2-40B4-BE49-F238E27FC236}">
                <a16:creationId xmlns:a16="http://schemas.microsoft.com/office/drawing/2014/main" id="{D7926229-3C2B-6F0D-6E78-1DE338838AAF}"/>
              </a:ext>
            </a:extLst>
          </p:cNvPr>
          <p:cNvSpPr>
            <a:spLocks noGrp="1"/>
          </p:cNvSpPr>
          <p:nvPr>
            <p:ph type="ftr" sz="quarter" idx="11"/>
          </p:nvPr>
        </p:nvSpPr>
        <p:spPr/>
        <p:txBody>
          <a:bodyPr/>
          <a:lstStyle/>
          <a:p>
            <a:r>
              <a:rPr lang="en-US"/>
              <a:t>ECED3403 Computer Architecture. Colin O'Flynn.</a:t>
            </a:r>
            <a:endParaRPr lang="en-CA"/>
          </a:p>
        </p:txBody>
      </p:sp>
      <p:sp>
        <p:nvSpPr>
          <p:cNvPr id="5" name="Slide Number Placeholder 4">
            <a:extLst>
              <a:ext uri="{FF2B5EF4-FFF2-40B4-BE49-F238E27FC236}">
                <a16:creationId xmlns:a16="http://schemas.microsoft.com/office/drawing/2014/main" id="{DB77BF7D-D171-01DC-2483-6E65289BB521}"/>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308026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8F1CBD-D17F-30FA-249F-CDF4870F995C}"/>
              </a:ext>
            </a:extLst>
          </p:cNvPr>
          <p:cNvSpPr>
            <a:spLocks noGrp="1"/>
          </p:cNvSpPr>
          <p:nvPr>
            <p:ph type="dt" sz="half" idx="10"/>
          </p:nvPr>
        </p:nvSpPr>
        <p:spPr/>
        <p:txBody>
          <a:bodyPr/>
          <a:lstStyle/>
          <a:p>
            <a:fld id="{6096FEA8-CB87-4F16-80A8-3AF29987CDBE}" type="datetime1">
              <a:rPr lang="en-CA" smtClean="0"/>
              <a:t>2026-03-14</a:t>
            </a:fld>
            <a:endParaRPr lang="en-CA"/>
          </a:p>
        </p:txBody>
      </p:sp>
      <p:sp>
        <p:nvSpPr>
          <p:cNvPr id="3" name="Footer Placeholder 2">
            <a:extLst>
              <a:ext uri="{FF2B5EF4-FFF2-40B4-BE49-F238E27FC236}">
                <a16:creationId xmlns:a16="http://schemas.microsoft.com/office/drawing/2014/main" id="{3416322B-A757-C059-7CF4-1663BAFB74D8}"/>
              </a:ext>
            </a:extLst>
          </p:cNvPr>
          <p:cNvSpPr>
            <a:spLocks noGrp="1"/>
          </p:cNvSpPr>
          <p:nvPr>
            <p:ph type="ftr" sz="quarter" idx="11"/>
          </p:nvPr>
        </p:nvSpPr>
        <p:spPr/>
        <p:txBody>
          <a:bodyPr/>
          <a:lstStyle/>
          <a:p>
            <a:r>
              <a:rPr lang="en-US"/>
              <a:t>ECED3403 Computer Architecture. Colin O'Flynn.</a:t>
            </a:r>
            <a:endParaRPr lang="en-CA"/>
          </a:p>
        </p:txBody>
      </p:sp>
      <p:sp>
        <p:nvSpPr>
          <p:cNvPr id="4" name="Slide Number Placeholder 3">
            <a:extLst>
              <a:ext uri="{FF2B5EF4-FFF2-40B4-BE49-F238E27FC236}">
                <a16:creationId xmlns:a16="http://schemas.microsoft.com/office/drawing/2014/main" id="{B12D8317-C49C-49E8-FA5A-3B9B774E987B}"/>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3378811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16046-7A3A-C711-A3B4-E5F95A33E6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A"/>
          </a:p>
        </p:txBody>
      </p:sp>
      <p:sp>
        <p:nvSpPr>
          <p:cNvPr id="3" name="Content Placeholder 2">
            <a:extLst>
              <a:ext uri="{FF2B5EF4-FFF2-40B4-BE49-F238E27FC236}">
                <a16:creationId xmlns:a16="http://schemas.microsoft.com/office/drawing/2014/main" id="{1A545F6A-6CE3-E328-E510-052D5EE158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4" name="Text Placeholder 3">
            <a:extLst>
              <a:ext uri="{FF2B5EF4-FFF2-40B4-BE49-F238E27FC236}">
                <a16:creationId xmlns:a16="http://schemas.microsoft.com/office/drawing/2014/main" id="{D4C62BE7-A25B-95F6-F191-4BB6F2BAB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BD992C-5791-E309-7017-7F6F345871CF}"/>
              </a:ext>
            </a:extLst>
          </p:cNvPr>
          <p:cNvSpPr>
            <a:spLocks noGrp="1"/>
          </p:cNvSpPr>
          <p:nvPr>
            <p:ph type="dt" sz="half" idx="10"/>
          </p:nvPr>
        </p:nvSpPr>
        <p:spPr/>
        <p:txBody>
          <a:bodyPr/>
          <a:lstStyle/>
          <a:p>
            <a:fld id="{AA51DED2-4B80-4885-A652-F8385D7C763E}" type="datetime1">
              <a:rPr lang="en-CA" smtClean="0"/>
              <a:t>2026-03-14</a:t>
            </a:fld>
            <a:endParaRPr lang="en-CA"/>
          </a:p>
        </p:txBody>
      </p:sp>
      <p:sp>
        <p:nvSpPr>
          <p:cNvPr id="6" name="Footer Placeholder 5">
            <a:extLst>
              <a:ext uri="{FF2B5EF4-FFF2-40B4-BE49-F238E27FC236}">
                <a16:creationId xmlns:a16="http://schemas.microsoft.com/office/drawing/2014/main" id="{705C423C-6E1D-6BC6-7C76-39851B559D24}"/>
              </a:ext>
            </a:extLst>
          </p:cNvPr>
          <p:cNvSpPr>
            <a:spLocks noGrp="1"/>
          </p:cNvSpPr>
          <p:nvPr>
            <p:ph type="ftr" sz="quarter" idx="11"/>
          </p:nvPr>
        </p:nvSpPr>
        <p:spPr/>
        <p:txBody>
          <a:bodyPr/>
          <a:lstStyle/>
          <a:p>
            <a:r>
              <a:rPr lang="en-US"/>
              <a:t>ECED3403 Computer Architecture. Colin O'Flynn.</a:t>
            </a:r>
            <a:endParaRPr lang="en-CA"/>
          </a:p>
        </p:txBody>
      </p:sp>
      <p:sp>
        <p:nvSpPr>
          <p:cNvPr id="7" name="Slide Number Placeholder 6">
            <a:extLst>
              <a:ext uri="{FF2B5EF4-FFF2-40B4-BE49-F238E27FC236}">
                <a16:creationId xmlns:a16="http://schemas.microsoft.com/office/drawing/2014/main" id="{E10D2C57-F8B6-AE51-0D9D-76A91F9CC454}"/>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243275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B64E3-B88B-F1AE-F40E-F25B977E4D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A"/>
          </a:p>
        </p:txBody>
      </p:sp>
      <p:sp>
        <p:nvSpPr>
          <p:cNvPr id="3" name="Picture Placeholder 2">
            <a:extLst>
              <a:ext uri="{FF2B5EF4-FFF2-40B4-BE49-F238E27FC236}">
                <a16:creationId xmlns:a16="http://schemas.microsoft.com/office/drawing/2014/main" id="{EF930BFB-4B24-817A-E210-0893CAA191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9F6F6FE7-0B7F-692F-B5CF-F46D4C153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93679E8-FA58-2B39-CBEC-728CCF5A1C14}"/>
              </a:ext>
            </a:extLst>
          </p:cNvPr>
          <p:cNvSpPr>
            <a:spLocks noGrp="1"/>
          </p:cNvSpPr>
          <p:nvPr>
            <p:ph type="dt" sz="half" idx="10"/>
          </p:nvPr>
        </p:nvSpPr>
        <p:spPr/>
        <p:txBody>
          <a:bodyPr/>
          <a:lstStyle/>
          <a:p>
            <a:fld id="{A248A2CD-0FA3-4EAC-8023-CF97FDAC7BB2}" type="datetime1">
              <a:rPr lang="en-CA" smtClean="0"/>
              <a:t>2026-03-14</a:t>
            </a:fld>
            <a:endParaRPr lang="en-CA"/>
          </a:p>
        </p:txBody>
      </p:sp>
      <p:sp>
        <p:nvSpPr>
          <p:cNvPr id="6" name="Footer Placeholder 5">
            <a:extLst>
              <a:ext uri="{FF2B5EF4-FFF2-40B4-BE49-F238E27FC236}">
                <a16:creationId xmlns:a16="http://schemas.microsoft.com/office/drawing/2014/main" id="{93DF5024-C1A1-EF67-7AAD-00E121C650A7}"/>
              </a:ext>
            </a:extLst>
          </p:cNvPr>
          <p:cNvSpPr>
            <a:spLocks noGrp="1"/>
          </p:cNvSpPr>
          <p:nvPr>
            <p:ph type="ftr" sz="quarter" idx="11"/>
          </p:nvPr>
        </p:nvSpPr>
        <p:spPr/>
        <p:txBody>
          <a:bodyPr/>
          <a:lstStyle/>
          <a:p>
            <a:r>
              <a:rPr lang="en-US"/>
              <a:t>ECED3403 Computer Architecture. Colin O'Flynn.</a:t>
            </a:r>
            <a:endParaRPr lang="en-CA"/>
          </a:p>
        </p:txBody>
      </p:sp>
      <p:sp>
        <p:nvSpPr>
          <p:cNvPr id="7" name="Slide Number Placeholder 6">
            <a:extLst>
              <a:ext uri="{FF2B5EF4-FFF2-40B4-BE49-F238E27FC236}">
                <a16:creationId xmlns:a16="http://schemas.microsoft.com/office/drawing/2014/main" id="{081E9251-20C7-F7DA-6A44-830C677638F6}"/>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3919604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A050-6069-6D9F-5C3A-473426276D75}"/>
              </a:ext>
            </a:extLst>
          </p:cNvPr>
          <p:cNvSpPr>
            <a:spLocks noGrp="1"/>
          </p:cNvSpPr>
          <p:nvPr>
            <p:ph type="title"/>
          </p:nvPr>
        </p:nvSpPr>
        <p:spPr/>
        <p:txBody>
          <a:bodyPr/>
          <a:lstStyle/>
          <a:p>
            <a:r>
              <a:rPr lang="en-GB"/>
              <a:t>Click to edit Master title style</a:t>
            </a:r>
            <a:endParaRPr lang="en-CA"/>
          </a:p>
        </p:txBody>
      </p:sp>
      <p:sp>
        <p:nvSpPr>
          <p:cNvPr id="3" name="Vertical Text Placeholder 2">
            <a:extLst>
              <a:ext uri="{FF2B5EF4-FFF2-40B4-BE49-F238E27FC236}">
                <a16:creationId xmlns:a16="http://schemas.microsoft.com/office/drawing/2014/main" id="{4AD9A179-8C35-46A0-56DE-C3ED0A59337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4" name="Date Placeholder 3">
            <a:extLst>
              <a:ext uri="{FF2B5EF4-FFF2-40B4-BE49-F238E27FC236}">
                <a16:creationId xmlns:a16="http://schemas.microsoft.com/office/drawing/2014/main" id="{19A7D1FC-BB8A-19BC-4180-3728359908D6}"/>
              </a:ext>
            </a:extLst>
          </p:cNvPr>
          <p:cNvSpPr>
            <a:spLocks noGrp="1"/>
          </p:cNvSpPr>
          <p:nvPr>
            <p:ph type="dt" sz="half" idx="10"/>
          </p:nvPr>
        </p:nvSpPr>
        <p:spPr/>
        <p:txBody>
          <a:bodyPr/>
          <a:lstStyle/>
          <a:p>
            <a:fld id="{A0F5527B-F1CE-4475-B7F6-05D3C040FA32}" type="datetime1">
              <a:rPr lang="en-CA" smtClean="0"/>
              <a:t>2026-03-14</a:t>
            </a:fld>
            <a:endParaRPr lang="en-CA"/>
          </a:p>
        </p:txBody>
      </p:sp>
      <p:sp>
        <p:nvSpPr>
          <p:cNvPr id="5" name="Footer Placeholder 4">
            <a:extLst>
              <a:ext uri="{FF2B5EF4-FFF2-40B4-BE49-F238E27FC236}">
                <a16:creationId xmlns:a16="http://schemas.microsoft.com/office/drawing/2014/main" id="{73DDFE4D-7185-3780-1248-AEA203F4F00D}"/>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9CCD4C44-3E81-67A0-C562-6C17489F2F35}"/>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179039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A0148D-2F27-DCC9-2940-A3C8BCE5076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A"/>
          </a:p>
        </p:txBody>
      </p:sp>
      <p:sp>
        <p:nvSpPr>
          <p:cNvPr id="3" name="Vertical Text Placeholder 2">
            <a:extLst>
              <a:ext uri="{FF2B5EF4-FFF2-40B4-BE49-F238E27FC236}">
                <a16:creationId xmlns:a16="http://schemas.microsoft.com/office/drawing/2014/main" id="{23F682F4-7BD4-97F9-04E6-168F52DFCDA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4" name="Date Placeholder 3">
            <a:extLst>
              <a:ext uri="{FF2B5EF4-FFF2-40B4-BE49-F238E27FC236}">
                <a16:creationId xmlns:a16="http://schemas.microsoft.com/office/drawing/2014/main" id="{EADECE2F-0B5B-B9A2-D7D7-B40597704934}"/>
              </a:ext>
            </a:extLst>
          </p:cNvPr>
          <p:cNvSpPr>
            <a:spLocks noGrp="1"/>
          </p:cNvSpPr>
          <p:nvPr>
            <p:ph type="dt" sz="half" idx="10"/>
          </p:nvPr>
        </p:nvSpPr>
        <p:spPr/>
        <p:txBody>
          <a:bodyPr/>
          <a:lstStyle/>
          <a:p>
            <a:fld id="{9295959B-3E34-4832-9DB6-903D296EB140}" type="datetime1">
              <a:rPr lang="en-CA" smtClean="0"/>
              <a:t>2026-03-14</a:t>
            </a:fld>
            <a:endParaRPr lang="en-CA"/>
          </a:p>
        </p:txBody>
      </p:sp>
      <p:sp>
        <p:nvSpPr>
          <p:cNvPr id="5" name="Footer Placeholder 4">
            <a:extLst>
              <a:ext uri="{FF2B5EF4-FFF2-40B4-BE49-F238E27FC236}">
                <a16:creationId xmlns:a16="http://schemas.microsoft.com/office/drawing/2014/main" id="{A350032B-7ABA-8BAF-289D-E75FE0F0E487}"/>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A3232644-8CB2-EAD7-64A3-6C95C82061EA}"/>
              </a:ext>
            </a:extLst>
          </p:cNvPr>
          <p:cNvSpPr>
            <a:spLocks noGrp="1"/>
          </p:cNvSpPr>
          <p:nvPr>
            <p:ph type="sldNum" sz="quarter" idx="12"/>
          </p:nvPr>
        </p:nvSpPr>
        <p:spPr/>
        <p:txBody>
          <a:bodyPr/>
          <a:lstStyle/>
          <a:p>
            <a:fld id="{D23FE6AF-7EC0-4502-9F71-820950EA8DB2}" type="slidenum">
              <a:rPr lang="en-CA" smtClean="0"/>
              <a:t>‹#›</a:t>
            </a:fld>
            <a:endParaRPr lang="en-CA"/>
          </a:p>
        </p:txBody>
      </p:sp>
    </p:spTree>
    <p:extLst>
      <p:ext uri="{BB962C8B-B14F-4D97-AF65-F5344CB8AC3E}">
        <p14:creationId xmlns:p14="http://schemas.microsoft.com/office/powerpoint/2010/main" val="1409102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14056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506DEF-644D-A929-6973-9D8E7068F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A"/>
          </a:p>
        </p:txBody>
      </p:sp>
      <p:sp>
        <p:nvSpPr>
          <p:cNvPr id="3" name="Text Placeholder 2">
            <a:extLst>
              <a:ext uri="{FF2B5EF4-FFF2-40B4-BE49-F238E27FC236}">
                <a16:creationId xmlns:a16="http://schemas.microsoft.com/office/drawing/2014/main" id="{F2132A1E-F010-2109-3860-EE4206495D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A"/>
          </a:p>
        </p:txBody>
      </p:sp>
      <p:sp>
        <p:nvSpPr>
          <p:cNvPr id="4" name="Date Placeholder 3">
            <a:extLst>
              <a:ext uri="{FF2B5EF4-FFF2-40B4-BE49-F238E27FC236}">
                <a16:creationId xmlns:a16="http://schemas.microsoft.com/office/drawing/2014/main" id="{E36A8786-5A47-88F1-F453-174151DED0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7A55CD-C689-4DFC-8D3D-44B62F767576}" type="datetime1">
              <a:rPr lang="en-CA" smtClean="0"/>
              <a:t>2026-03-14</a:t>
            </a:fld>
            <a:endParaRPr lang="en-CA"/>
          </a:p>
        </p:txBody>
      </p:sp>
      <p:sp>
        <p:nvSpPr>
          <p:cNvPr id="5" name="Footer Placeholder 4">
            <a:extLst>
              <a:ext uri="{FF2B5EF4-FFF2-40B4-BE49-F238E27FC236}">
                <a16:creationId xmlns:a16="http://schemas.microsoft.com/office/drawing/2014/main" id="{E834AD58-6806-C203-1B1B-5F547E132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4776714B-2377-FF07-E24E-9D6C13D51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3FE6AF-7EC0-4502-9F71-820950EA8DB2}" type="slidenum">
              <a:rPr lang="en-CA" smtClean="0"/>
              <a:t>‹#›</a:t>
            </a:fld>
            <a:endParaRPr lang="en-CA"/>
          </a:p>
        </p:txBody>
      </p:sp>
    </p:spTree>
    <p:extLst>
      <p:ext uri="{BB962C8B-B14F-4D97-AF65-F5344CB8AC3E}">
        <p14:creationId xmlns:p14="http://schemas.microsoft.com/office/powerpoint/2010/main" val="145264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hechipletter.substack.com/p/iapx432-gordon-moore-risk-and-intels" TargetMode="External"/><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09646-AADD-478F-F974-57FF3C31EAF4}"/>
              </a:ext>
            </a:extLst>
          </p:cNvPr>
          <p:cNvSpPr>
            <a:spLocks noGrp="1"/>
          </p:cNvSpPr>
          <p:nvPr>
            <p:ph type="ctrTitle"/>
          </p:nvPr>
        </p:nvSpPr>
        <p:spPr/>
        <p:txBody>
          <a:bodyPr>
            <a:normAutofit/>
          </a:bodyPr>
          <a:lstStyle/>
          <a:p>
            <a:r>
              <a:rPr lang="en-CA" dirty="0"/>
              <a:t>Computer Architecture:</a:t>
            </a:r>
            <a:br>
              <a:rPr lang="en-CA" dirty="0"/>
            </a:br>
            <a:r>
              <a:rPr lang="en-US" sz="4400" dirty="0"/>
              <a:t>The Instruction Set Architecture (ISA)</a:t>
            </a:r>
            <a:br>
              <a:rPr lang="en-US" sz="4400" dirty="0"/>
            </a:br>
            <a:r>
              <a:rPr lang="en-US" sz="4400" i="1" dirty="0"/>
              <a:t>Part 1: Generics</a:t>
            </a:r>
            <a:endParaRPr lang="en-CA" i="1" dirty="0"/>
          </a:p>
        </p:txBody>
      </p:sp>
      <p:sp>
        <p:nvSpPr>
          <p:cNvPr id="3" name="Subtitle 2">
            <a:extLst>
              <a:ext uri="{FF2B5EF4-FFF2-40B4-BE49-F238E27FC236}">
                <a16:creationId xmlns:a16="http://schemas.microsoft.com/office/drawing/2014/main" id="{200825F0-16A2-4B15-076E-22B98FD7BC40}"/>
              </a:ext>
            </a:extLst>
          </p:cNvPr>
          <p:cNvSpPr>
            <a:spLocks noGrp="1"/>
          </p:cNvSpPr>
          <p:nvPr>
            <p:ph type="subTitle" idx="1"/>
          </p:nvPr>
        </p:nvSpPr>
        <p:spPr/>
        <p:txBody>
          <a:bodyPr/>
          <a:lstStyle/>
          <a:p>
            <a:r>
              <a:rPr lang="en-CA" dirty="0"/>
              <a:t>Dr. Colin O’Flynn</a:t>
            </a:r>
          </a:p>
        </p:txBody>
      </p:sp>
      <p:sp>
        <p:nvSpPr>
          <p:cNvPr id="4" name="Date Placeholder 3">
            <a:extLst>
              <a:ext uri="{FF2B5EF4-FFF2-40B4-BE49-F238E27FC236}">
                <a16:creationId xmlns:a16="http://schemas.microsoft.com/office/drawing/2014/main" id="{1FA48E20-984B-5E85-F30C-B689ECC7FB21}"/>
              </a:ext>
            </a:extLst>
          </p:cNvPr>
          <p:cNvSpPr>
            <a:spLocks noGrp="1"/>
          </p:cNvSpPr>
          <p:nvPr>
            <p:ph type="dt" sz="half" idx="10"/>
          </p:nvPr>
        </p:nvSpPr>
        <p:spPr/>
        <p:txBody>
          <a:bodyPr/>
          <a:lstStyle/>
          <a:p>
            <a:fld id="{6C3A2269-F4CA-4E6E-B355-A5DF15C69429}" type="datetime1">
              <a:rPr lang="en-CA" smtClean="0"/>
              <a:t>2026-03-14</a:t>
            </a:fld>
            <a:endParaRPr lang="en-CA"/>
          </a:p>
        </p:txBody>
      </p:sp>
      <p:sp>
        <p:nvSpPr>
          <p:cNvPr id="5" name="Footer Placeholder 4">
            <a:extLst>
              <a:ext uri="{FF2B5EF4-FFF2-40B4-BE49-F238E27FC236}">
                <a16:creationId xmlns:a16="http://schemas.microsoft.com/office/drawing/2014/main" id="{66A4A906-8843-30B8-6834-CE41F6AEC267}"/>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F5829F0D-3B4A-0755-069B-F084B3D9DF79}"/>
              </a:ext>
            </a:extLst>
          </p:cNvPr>
          <p:cNvSpPr>
            <a:spLocks noGrp="1"/>
          </p:cNvSpPr>
          <p:nvPr>
            <p:ph type="sldNum" sz="quarter" idx="12"/>
          </p:nvPr>
        </p:nvSpPr>
        <p:spPr/>
        <p:txBody>
          <a:bodyPr/>
          <a:lstStyle/>
          <a:p>
            <a:fld id="{D23FE6AF-7EC0-4502-9F71-820950EA8DB2}" type="slidenum">
              <a:rPr lang="en-CA" smtClean="0"/>
              <a:t>1</a:t>
            </a:fld>
            <a:endParaRPr lang="en-CA"/>
          </a:p>
        </p:txBody>
      </p:sp>
    </p:spTree>
    <p:extLst>
      <p:ext uri="{BB962C8B-B14F-4D97-AF65-F5344CB8AC3E}">
        <p14:creationId xmlns:p14="http://schemas.microsoft.com/office/powerpoint/2010/main" val="1907062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9ADA9-27CC-7B3F-58A4-E641BF35C503}"/>
              </a:ext>
            </a:extLst>
          </p:cNvPr>
          <p:cNvSpPr>
            <a:spLocks noGrp="1"/>
          </p:cNvSpPr>
          <p:nvPr>
            <p:ph type="title"/>
          </p:nvPr>
        </p:nvSpPr>
        <p:spPr/>
        <p:txBody>
          <a:bodyPr/>
          <a:lstStyle/>
          <a:p>
            <a:r>
              <a:rPr lang="en-US" dirty="0"/>
              <a:t>Lectures</a:t>
            </a:r>
            <a:endParaRPr lang="en-CA" dirty="0"/>
          </a:p>
        </p:txBody>
      </p:sp>
      <p:sp>
        <p:nvSpPr>
          <p:cNvPr id="3" name="Content Placeholder 2">
            <a:extLst>
              <a:ext uri="{FF2B5EF4-FFF2-40B4-BE49-F238E27FC236}">
                <a16:creationId xmlns:a16="http://schemas.microsoft.com/office/drawing/2014/main" id="{CB49C3AB-3011-E0FF-7C9F-80D07663722F}"/>
              </a:ext>
            </a:extLst>
          </p:cNvPr>
          <p:cNvSpPr>
            <a:spLocks noGrp="1"/>
          </p:cNvSpPr>
          <p:nvPr>
            <p:ph idx="1"/>
          </p:nvPr>
        </p:nvSpPr>
        <p:spPr/>
        <p:txBody>
          <a:bodyPr/>
          <a:lstStyle/>
          <a:p>
            <a:r>
              <a:rPr lang="en-CA" dirty="0"/>
              <a:t>How does a program run on a machine?</a:t>
            </a:r>
          </a:p>
          <a:p>
            <a:r>
              <a:rPr lang="en-CA" dirty="0"/>
              <a:t>How do you compile from high-level code to machine code?</a:t>
            </a:r>
          </a:p>
          <a:p>
            <a:r>
              <a:rPr lang="en-CA" dirty="0"/>
              <a:t>How do you observe the machine running?</a:t>
            </a:r>
          </a:p>
          <a:p>
            <a:r>
              <a:rPr lang="en-CA" b="1" dirty="0">
                <a:solidFill>
                  <a:srgbClr val="FF0000"/>
                </a:solidFill>
              </a:rPr>
              <a:t>How do we define the machine?</a:t>
            </a:r>
          </a:p>
        </p:txBody>
      </p:sp>
      <p:sp>
        <p:nvSpPr>
          <p:cNvPr id="4" name="Date Placeholder 3">
            <a:extLst>
              <a:ext uri="{FF2B5EF4-FFF2-40B4-BE49-F238E27FC236}">
                <a16:creationId xmlns:a16="http://schemas.microsoft.com/office/drawing/2014/main" id="{C316FB1E-13D4-AF84-CD57-0DE278036072}"/>
              </a:ext>
            </a:extLst>
          </p:cNvPr>
          <p:cNvSpPr>
            <a:spLocks noGrp="1"/>
          </p:cNvSpPr>
          <p:nvPr>
            <p:ph type="dt" sz="half" idx="10"/>
          </p:nvPr>
        </p:nvSpPr>
        <p:spPr/>
        <p:txBody>
          <a:bodyPr/>
          <a:lstStyle/>
          <a:p>
            <a:fld id="{A165975C-2D17-4D58-BAA2-AE3D2D8697E0}" type="datetime1">
              <a:rPr lang="en-CA" smtClean="0"/>
              <a:t>2026-03-14</a:t>
            </a:fld>
            <a:endParaRPr lang="en-CA"/>
          </a:p>
        </p:txBody>
      </p:sp>
      <p:sp>
        <p:nvSpPr>
          <p:cNvPr id="5" name="Footer Placeholder 4">
            <a:extLst>
              <a:ext uri="{FF2B5EF4-FFF2-40B4-BE49-F238E27FC236}">
                <a16:creationId xmlns:a16="http://schemas.microsoft.com/office/drawing/2014/main" id="{D0A42B00-C73D-1737-27CD-9FFFCF533814}"/>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CECC70CA-A863-53D2-59FA-8884AFF82B4D}"/>
              </a:ext>
            </a:extLst>
          </p:cNvPr>
          <p:cNvSpPr>
            <a:spLocks noGrp="1"/>
          </p:cNvSpPr>
          <p:nvPr>
            <p:ph type="sldNum" sz="quarter" idx="12"/>
          </p:nvPr>
        </p:nvSpPr>
        <p:spPr/>
        <p:txBody>
          <a:bodyPr/>
          <a:lstStyle/>
          <a:p>
            <a:fld id="{D23FE6AF-7EC0-4502-9F71-820950EA8DB2}" type="slidenum">
              <a:rPr lang="en-CA" smtClean="0"/>
              <a:t>2</a:t>
            </a:fld>
            <a:endParaRPr lang="en-CA"/>
          </a:p>
        </p:txBody>
      </p:sp>
    </p:spTree>
    <p:extLst>
      <p:ext uri="{BB962C8B-B14F-4D97-AF65-F5344CB8AC3E}">
        <p14:creationId xmlns:p14="http://schemas.microsoft.com/office/powerpoint/2010/main" val="142339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D85E9-131B-245D-17ED-29684953E3E2}"/>
              </a:ext>
            </a:extLst>
          </p:cNvPr>
          <p:cNvSpPr>
            <a:spLocks noGrp="1"/>
          </p:cNvSpPr>
          <p:nvPr>
            <p:ph type="title"/>
          </p:nvPr>
        </p:nvSpPr>
        <p:spPr/>
        <p:txBody>
          <a:bodyPr/>
          <a:lstStyle/>
          <a:p>
            <a:r>
              <a:rPr lang="en-CA" dirty="0"/>
              <a:t>Defining a </a:t>
            </a:r>
            <a:r>
              <a:rPr lang="en-CA" b="1" dirty="0"/>
              <a:t>Processor</a:t>
            </a:r>
          </a:p>
        </p:txBody>
      </p:sp>
      <p:sp>
        <p:nvSpPr>
          <p:cNvPr id="3" name="Content Placeholder 2">
            <a:extLst>
              <a:ext uri="{FF2B5EF4-FFF2-40B4-BE49-F238E27FC236}">
                <a16:creationId xmlns:a16="http://schemas.microsoft.com/office/drawing/2014/main" id="{68DF387A-61A3-E470-6677-EB465D382C06}"/>
              </a:ext>
            </a:extLst>
          </p:cNvPr>
          <p:cNvSpPr>
            <a:spLocks noGrp="1"/>
          </p:cNvSpPr>
          <p:nvPr>
            <p:ph idx="1"/>
          </p:nvPr>
        </p:nvSpPr>
        <p:spPr/>
        <p:txBody>
          <a:bodyPr/>
          <a:lstStyle/>
          <a:p>
            <a:pPr marL="0" indent="0">
              <a:buNone/>
            </a:pPr>
            <a:r>
              <a:rPr lang="en-GB" dirty="0"/>
              <a:t>We will only need a few simple components:</a:t>
            </a:r>
          </a:p>
          <a:p>
            <a:r>
              <a:rPr lang="en-GB" b="1" dirty="0"/>
              <a:t>Memories</a:t>
            </a:r>
            <a:r>
              <a:rPr lang="en-GB" dirty="0"/>
              <a:t> – to store our program (instructions) and data</a:t>
            </a:r>
          </a:p>
          <a:p>
            <a:r>
              <a:rPr lang="en-GB" b="1" dirty="0"/>
              <a:t>A register file </a:t>
            </a:r>
            <a:r>
              <a:rPr lang="en-GB" dirty="0"/>
              <a:t>– instructions will read their operands from the register file and also write their results to it. </a:t>
            </a:r>
          </a:p>
          <a:p>
            <a:r>
              <a:rPr lang="en-GB" b="1" dirty="0"/>
              <a:t>Registers</a:t>
            </a:r>
            <a:r>
              <a:rPr lang="en-GB" dirty="0"/>
              <a:t>, an </a:t>
            </a:r>
            <a:r>
              <a:rPr lang="en-GB" b="1" dirty="0"/>
              <a:t>ALU </a:t>
            </a:r>
            <a:r>
              <a:rPr lang="en-GB" dirty="0"/>
              <a:t>and </a:t>
            </a:r>
            <a:r>
              <a:rPr lang="en-GB" b="1" dirty="0"/>
              <a:t>adders</a:t>
            </a:r>
          </a:p>
          <a:p>
            <a:r>
              <a:rPr lang="en-GB" b="1" dirty="0"/>
              <a:t>Decode and control logic</a:t>
            </a:r>
            <a:endParaRPr lang="en-US" dirty="0"/>
          </a:p>
          <a:p>
            <a:pPr marL="0" indent="0">
              <a:buNone/>
            </a:pPr>
            <a:endParaRPr lang="en-CA" dirty="0"/>
          </a:p>
        </p:txBody>
      </p:sp>
      <p:sp>
        <p:nvSpPr>
          <p:cNvPr id="4" name="Date Placeholder 3">
            <a:extLst>
              <a:ext uri="{FF2B5EF4-FFF2-40B4-BE49-F238E27FC236}">
                <a16:creationId xmlns:a16="http://schemas.microsoft.com/office/drawing/2014/main" id="{0EB6F303-6B0A-4378-FB18-1D60FE21B106}"/>
              </a:ext>
            </a:extLst>
          </p:cNvPr>
          <p:cNvSpPr>
            <a:spLocks noGrp="1"/>
          </p:cNvSpPr>
          <p:nvPr>
            <p:ph type="dt" sz="half" idx="10"/>
          </p:nvPr>
        </p:nvSpPr>
        <p:spPr/>
        <p:txBody>
          <a:bodyPr/>
          <a:lstStyle/>
          <a:p>
            <a:fld id="{B4409476-99F2-4A8E-A347-895291E01523}" type="datetime1">
              <a:rPr lang="en-CA" smtClean="0"/>
              <a:t>2026-03-14</a:t>
            </a:fld>
            <a:endParaRPr lang="en-CA"/>
          </a:p>
        </p:txBody>
      </p:sp>
      <p:sp>
        <p:nvSpPr>
          <p:cNvPr id="5" name="Footer Placeholder 4">
            <a:extLst>
              <a:ext uri="{FF2B5EF4-FFF2-40B4-BE49-F238E27FC236}">
                <a16:creationId xmlns:a16="http://schemas.microsoft.com/office/drawing/2014/main" id="{098D2A4B-A569-566B-7C4A-541987B6CB25}"/>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EA5E9E15-9A8C-961A-E998-160BA3EE90D3}"/>
              </a:ext>
            </a:extLst>
          </p:cNvPr>
          <p:cNvSpPr>
            <a:spLocks noGrp="1"/>
          </p:cNvSpPr>
          <p:nvPr>
            <p:ph type="sldNum" sz="quarter" idx="12"/>
          </p:nvPr>
        </p:nvSpPr>
        <p:spPr/>
        <p:txBody>
          <a:bodyPr/>
          <a:lstStyle/>
          <a:p>
            <a:fld id="{D23FE6AF-7EC0-4502-9F71-820950EA8DB2}" type="slidenum">
              <a:rPr lang="en-CA" smtClean="0"/>
              <a:t>3</a:t>
            </a:fld>
            <a:endParaRPr lang="en-CA"/>
          </a:p>
        </p:txBody>
      </p:sp>
    </p:spTree>
    <p:extLst>
      <p:ext uri="{BB962C8B-B14F-4D97-AF65-F5344CB8AC3E}">
        <p14:creationId xmlns:p14="http://schemas.microsoft.com/office/powerpoint/2010/main" val="477529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7EF9-C8BD-27AE-9CC5-DD437AB94D69}"/>
              </a:ext>
            </a:extLst>
          </p:cNvPr>
          <p:cNvSpPr>
            <a:spLocks noGrp="1"/>
          </p:cNvSpPr>
          <p:nvPr>
            <p:ph type="title"/>
          </p:nvPr>
        </p:nvSpPr>
        <p:spPr/>
        <p:txBody>
          <a:bodyPr/>
          <a:lstStyle/>
          <a:p>
            <a:r>
              <a:rPr lang="en-CA" dirty="0"/>
              <a:t>A Simple (32-bit) Processor</a:t>
            </a:r>
          </a:p>
        </p:txBody>
      </p:sp>
      <p:sp>
        <p:nvSpPr>
          <p:cNvPr id="3" name="Content Placeholder 2">
            <a:extLst>
              <a:ext uri="{FF2B5EF4-FFF2-40B4-BE49-F238E27FC236}">
                <a16:creationId xmlns:a16="http://schemas.microsoft.com/office/drawing/2014/main" id="{08C92614-6800-DC33-017D-D2217D23C12B}"/>
              </a:ext>
            </a:extLst>
          </p:cNvPr>
          <p:cNvSpPr>
            <a:spLocks noGrp="1"/>
          </p:cNvSpPr>
          <p:nvPr>
            <p:ph idx="1"/>
          </p:nvPr>
        </p:nvSpPr>
        <p:spPr/>
        <p:txBody>
          <a:bodyPr/>
          <a:lstStyle/>
          <a:p>
            <a:r>
              <a:rPr lang="en-GB" dirty="0"/>
              <a:t>Let’s assume all our instructions are encoded in 32-bits/</a:t>
            </a:r>
          </a:p>
          <a:p>
            <a:r>
              <a:rPr lang="en-GB" dirty="0"/>
              <a:t>Our registers and datapath are also 32-bits wide.</a:t>
            </a:r>
          </a:p>
          <a:p>
            <a:r>
              <a:rPr lang="en-GB" dirty="0"/>
              <a:t>Memory is accessed with a 32-bit address and returns 32-bit data.</a:t>
            </a:r>
          </a:p>
          <a:p>
            <a:r>
              <a:rPr lang="en-GB" dirty="0"/>
              <a:t>Our processor has 32 registers, hence we must use 5-bits to identify a particular register (as 2^5 =32).</a:t>
            </a:r>
            <a:endParaRPr lang="en-US" dirty="0"/>
          </a:p>
          <a:p>
            <a:endParaRPr lang="en-CA" dirty="0"/>
          </a:p>
        </p:txBody>
      </p:sp>
      <p:sp>
        <p:nvSpPr>
          <p:cNvPr id="4" name="Date Placeholder 3">
            <a:extLst>
              <a:ext uri="{FF2B5EF4-FFF2-40B4-BE49-F238E27FC236}">
                <a16:creationId xmlns:a16="http://schemas.microsoft.com/office/drawing/2014/main" id="{A73006AB-BB14-C21C-A41A-9F53163235C1}"/>
              </a:ext>
            </a:extLst>
          </p:cNvPr>
          <p:cNvSpPr>
            <a:spLocks noGrp="1"/>
          </p:cNvSpPr>
          <p:nvPr>
            <p:ph type="dt" sz="half" idx="10"/>
          </p:nvPr>
        </p:nvSpPr>
        <p:spPr/>
        <p:txBody>
          <a:bodyPr/>
          <a:lstStyle/>
          <a:p>
            <a:fld id="{15B8AB07-9B2E-4200-A3A3-7203775C98AC}" type="datetime1">
              <a:rPr lang="en-CA" smtClean="0"/>
              <a:t>2026-03-14</a:t>
            </a:fld>
            <a:endParaRPr lang="en-CA"/>
          </a:p>
        </p:txBody>
      </p:sp>
      <p:sp>
        <p:nvSpPr>
          <p:cNvPr id="5" name="Footer Placeholder 4">
            <a:extLst>
              <a:ext uri="{FF2B5EF4-FFF2-40B4-BE49-F238E27FC236}">
                <a16:creationId xmlns:a16="http://schemas.microsoft.com/office/drawing/2014/main" id="{99DC563A-02CB-664C-5889-3454A5ADE4FF}"/>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09FB7F23-7D9D-498E-068F-732A53B09F8C}"/>
              </a:ext>
            </a:extLst>
          </p:cNvPr>
          <p:cNvSpPr>
            <a:spLocks noGrp="1"/>
          </p:cNvSpPr>
          <p:nvPr>
            <p:ph type="sldNum" sz="quarter" idx="12"/>
          </p:nvPr>
        </p:nvSpPr>
        <p:spPr/>
        <p:txBody>
          <a:bodyPr/>
          <a:lstStyle/>
          <a:p>
            <a:fld id="{D23FE6AF-7EC0-4502-9F71-820950EA8DB2}" type="slidenum">
              <a:rPr lang="en-CA" smtClean="0"/>
              <a:t>4</a:t>
            </a:fld>
            <a:endParaRPr lang="en-CA"/>
          </a:p>
        </p:txBody>
      </p:sp>
    </p:spTree>
    <p:extLst>
      <p:ext uri="{BB962C8B-B14F-4D97-AF65-F5344CB8AC3E}">
        <p14:creationId xmlns:p14="http://schemas.microsoft.com/office/powerpoint/2010/main" val="3784702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p:txBody>
          <a:bodyPr>
            <a:normAutofit fontScale="90000"/>
          </a:bodyPr>
          <a:lstStyle/>
          <a:p>
            <a:r>
              <a:rPr lang="en-GB" dirty="0"/>
              <a:t>A Processor Datapath – PC and Instruction Memory</a:t>
            </a:r>
            <a:endParaRPr lang="en-US" dirty="0"/>
          </a:p>
        </p:txBody>
      </p:sp>
      <p:pic>
        <p:nvPicPr>
          <p:cNvPr id="4" name="Content Placeholder 9">
            <a:extLst>
              <a:ext uri="{FF2B5EF4-FFF2-40B4-BE49-F238E27FC236}">
                <a16:creationId xmlns:a16="http://schemas.microsoft.com/office/drawing/2014/main" id="{8CCA09FD-2C57-4FBE-B6ED-D517EC612422}"/>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4339559" y="1383739"/>
            <a:ext cx="3512882" cy="4090522"/>
          </a:xfrm>
        </p:spPr>
      </p:pic>
      <p:sp>
        <p:nvSpPr>
          <p:cNvPr id="5" name="TextBox 4">
            <a:extLst>
              <a:ext uri="{FF2B5EF4-FFF2-40B4-BE49-F238E27FC236}">
                <a16:creationId xmlns:a16="http://schemas.microsoft.com/office/drawing/2014/main" id="{B9253D1E-2B51-4817-B296-F3372BABA609}"/>
              </a:ext>
            </a:extLst>
          </p:cNvPr>
          <p:cNvSpPr txBox="1"/>
          <p:nvPr/>
        </p:nvSpPr>
        <p:spPr>
          <a:xfrm>
            <a:off x="751331" y="1658909"/>
            <a:ext cx="3036015" cy="3540182"/>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Our Program Counter (PC) stores the address of the instruction currently being fetched from memory.</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This simple datapath increases the PC by 4 (bytes) on each cycle and only allows us to read each 32-bit instruction in turn.</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We need to add more logic to actually compute, handle branches, provide registers, access data memory, etc.</a:t>
            </a:r>
          </a:p>
        </p:txBody>
      </p:sp>
    </p:spTree>
    <p:extLst>
      <p:ext uri="{BB962C8B-B14F-4D97-AF65-F5344CB8AC3E}">
        <p14:creationId xmlns:p14="http://schemas.microsoft.com/office/powerpoint/2010/main" val="2586577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p:txBody>
          <a:bodyPr>
            <a:normAutofit fontScale="90000"/>
          </a:bodyPr>
          <a:lstStyle/>
          <a:p>
            <a:r>
              <a:rPr lang="en-GB" dirty="0"/>
              <a:t>A Processor Datapath – Add mux to Allow Jump/Branch</a:t>
            </a:r>
            <a:endParaRPr lang="en-US" dirty="0"/>
          </a:p>
        </p:txBody>
      </p:sp>
      <p:pic>
        <p:nvPicPr>
          <p:cNvPr id="4" name="Content Placeholder 5">
            <a:extLst>
              <a:ext uri="{FF2B5EF4-FFF2-40B4-BE49-F238E27FC236}">
                <a16:creationId xmlns:a16="http://schemas.microsoft.com/office/drawing/2014/main" id="{1199181D-0637-4BCA-82E6-1C145C8D297F}"/>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4202582" y="1479550"/>
            <a:ext cx="3759849" cy="4086225"/>
          </a:xfrm>
        </p:spPr>
      </p:pic>
      <p:sp>
        <p:nvSpPr>
          <p:cNvPr id="5" name="TextBox 4">
            <a:extLst>
              <a:ext uri="{FF2B5EF4-FFF2-40B4-BE49-F238E27FC236}">
                <a16:creationId xmlns:a16="http://schemas.microsoft.com/office/drawing/2014/main" id="{2DF65CAE-7FB6-4F9F-AF38-12C7D3A08E07}"/>
              </a:ext>
            </a:extLst>
          </p:cNvPr>
          <p:cNvSpPr txBox="1"/>
          <p:nvPr/>
        </p:nvSpPr>
        <p:spPr>
          <a:xfrm>
            <a:off x="674556" y="2113613"/>
            <a:ext cx="2766801" cy="1391901"/>
          </a:xfrm>
          <a:prstGeom prst="rect">
            <a:avLst/>
          </a:prstGeom>
          <a:noFill/>
          <a:ln>
            <a:solidFill>
              <a:schemeClr val="accent1"/>
            </a:solidFill>
          </a:ln>
        </p:spPr>
        <p:txBody>
          <a:bodyPr wrap="square" lIns="72000" tIns="72000" rIns="72000" bIns="72000" rtlCol="0">
            <a:spAutoFit/>
          </a:bodyPr>
          <a:lstStyle>
            <a:defPPr>
              <a:defRPr lang="en-US"/>
            </a:defPPr>
            <a:lvl1pPr marL="0" indent="0" defTabSz="914400" eaLnBrk="1" latinLnBrk="0" hangingPunct="1">
              <a:lnSpc>
                <a:spcPct val="90000"/>
              </a:lnSpc>
              <a:spcBef>
                <a:spcPts val="0"/>
              </a:spcBef>
              <a:spcAft>
                <a:spcPts val="600"/>
              </a:spcAft>
              <a:buFont typeface="Arial" panose="020B0604020202020204" pitchFamily="34" charset="0"/>
              <a:buNone/>
              <a:defRPr>
                <a:solidFill>
                  <a:schemeClr val="tx2"/>
                </a:solidFill>
                <a:latin typeface="+mn-lt"/>
                <a:ea typeface="+mn-ea"/>
              </a:defRPr>
            </a:lvl1pPr>
          </a:lstStyle>
          <a:p>
            <a:r>
              <a:rPr lang="en-GB" dirty="0"/>
              <a:t>We add a multiplexor (mux) to allow us to provide a branch target address, i.e., the PC value following a taken branch. </a:t>
            </a:r>
          </a:p>
        </p:txBody>
      </p:sp>
    </p:spTree>
    <p:extLst>
      <p:ext uri="{BB962C8B-B14F-4D97-AF65-F5344CB8AC3E}">
        <p14:creationId xmlns:p14="http://schemas.microsoft.com/office/powerpoint/2010/main" val="2333997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p:txBody>
          <a:bodyPr>
            <a:normAutofit fontScale="90000"/>
          </a:bodyPr>
          <a:lstStyle/>
          <a:p>
            <a:r>
              <a:rPr lang="en-GB" dirty="0"/>
              <a:t>A Processor Datapath – Add a Register File and ALU</a:t>
            </a:r>
            <a:endParaRPr lang="en-US" dirty="0"/>
          </a:p>
        </p:txBody>
      </p:sp>
      <p:pic>
        <p:nvPicPr>
          <p:cNvPr id="4" name="Content Placeholder 6">
            <a:extLst>
              <a:ext uri="{FF2B5EF4-FFF2-40B4-BE49-F238E27FC236}">
                <a16:creationId xmlns:a16="http://schemas.microsoft.com/office/drawing/2014/main" id="{ABD12133-85EF-4286-9C71-5C111B42D1E3}"/>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2799166" y="1479550"/>
            <a:ext cx="6566681" cy="4086225"/>
          </a:xfrm>
        </p:spPr>
      </p:pic>
      <p:sp>
        <p:nvSpPr>
          <p:cNvPr id="5" name="TextBox 4">
            <a:extLst>
              <a:ext uri="{FF2B5EF4-FFF2-40B4-BE49-F238E27FC236}">
                <a16:creationId xmlns:a16="http://schemas.microsoft.com/office/drawing/2014/main" id="{6F67665A-5440-483C-ADAB-7F6DB1B4E6A1}"/>
              </a:ext>
            </a:extLst>
          </p:cNvPr>
          <p:cNvSpPr txBox="1"/>
          <p:nvPr/>
        </p:nvSpPr>
        <p:spPr>
          <a:xfrm>
            <a:off x="6859498" y="4796752"/>
            <a:ext cx="4317187" cy="1391901"/>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kern="1200" dirty="0">
                <a:solidFill>
                  <a:schemeClr val="tx2"/>
                </a:solidFill>
                <a:latin typeface="+mn-lt"/>
                <a:ea typeface="+mn-ea"/>
                <a:cs typeface="+mn-cs"/>
              </a:rPr>
              <a:t>We also add decode logic that extracts information from our instruction; in this case, the source registers (rs1, rs2), destination register (rd), and the ALU function to be performed.</a:t>
            </a:r>
          </a:p>
        </p:txBody>
      </p:sp>
      <p:sp>
        <p:nvSpPr>
          <p:cNvPr id="6" name="TextBox 5">
            <a:extLst>
              <a:ext uri="{FF2B5EF4-FFF2-40B4-BE49-F238E27FC236}">
                <a16:creationId xmlns:a16="http://schemas.microsoft.com/office/drawing/2014/main" id="{451C19B0-4F70-4400-AD00-2CC46406D9EA}"/>
              </a:ext>
            </a:extLst>
          </p:cNvPr>
          <p:cNvSpPr txBox="1"/>
          <p:nvPr/>
        </p:nvSpPr>
        <p:spPr>
          <a:xfrm>
            <a:off x="492125" y="1856262"/>
            <a:ext cx="2108972" cy="2544589"/>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We could now execute a simple sequence of ALU operations.</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GB" kern="1200" dirty="0">
              <a:solidFill>
                <a:schemeClr val="tx2"/>
              </a:solidFill>
              <a:latin typeface="+mn-lt"/>
              <a:ea typeface="+mn-ea"/>
              <a:cs typeface="+mn-cs"/>
            </a:endParaRPr>
          </a:p>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Although, we do not yet have access to data memory and can’t branch! </a:t>
            </a:r>
            <a:endParaRPr lang="en-GB" kern="1200" dirty="0">
              <a:solidFill>
                <a:schemeClr val="tx2"/>
              </a:solidFill>
              <a:latin typeface="+mn-lt"/>
              <a:ea typeface="+mn-ea"/>
              <a:cs typeface="+mn-cs"/>
            </a:endParaRPr>
          </a:p>
        </p:txBody>
      </p:sp>
    </p:spTree>
    <p:extLst>
      <p:ext uri="{BB962C8B-B14F-4D97-AF65-F5344CB8AC3E}">
        <p14:creationId xmlns:p14="http://schemas.microsoft.com/office/powerpoint/2010/main" val="3956619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p:txBody>
          <a:bodyPr>
            <a:normAutofit fontScale="90000"/>
          </a:bodyPr>
          <a:lstStyle/>
          <a:p>
            <a:r>
              <a:rPr lang="en-GB" dirty="0"/>
              <a:t>A Processor Datapath – Loading from Data Memory</a:t>
            </a:r>
            <a:endParaRPr lang="en-US" dirty="0"/>
          </a:p>
        </p:txBody>
      </p:sp>
      <p:pic>
        <p:nvPicPr>
          <p:cNvPr id="4" name="Content Placeholder 6">
            <a:extLst>
              <a:ext uri="{FF2B5EF4-FFF2-40B4-BE49-F238E27FC236}">
                <a16:creationId xmlns:a16="http://schemas.microsoft.com/office/drawing/2014/main" id="{94BA7DBB-C971-4A94-B930-944C98B86E03}"/>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1984532" y="1479550"/>
            <a:ext cx="8195949" cy="4086225"/>
          </a:xfrm>
        </p:spPr>
      </p:pic>
      <p:sp>
        <p:nvSpPr>
          <p:cNvPr id="5" name="TextBox 4">
            <a:extLst>
              <a:ext uri="{FF2B5EF4-FFF2-40B4-BE49-F238E27FC236}">
                <a16:creationId xmlns:a16="http://schemas.microsoft.com/office/drawing/2014/main" id="{8F8AA0F1-D5BF-41CB-9E1D-3AAA1B0D1457}"/>
              </a:ext>
            </a:extLst>
          </p:cNvPr>
          <p:cNvSpPr txBox="1"/>
          <p:nvPr/>
        </p:nvSpPr>
        <p:spPr>
          <a:xfrm>
            <a:off x="8231354" y="4723650"/>
            <a:ext cx="3532277" cy="1468845"/>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kern="1200" dirty="0">
                <a:solidFill>
                  <a:schemeClr val="tx2"/>
                </a:solidFill>
                <a:latin typeface="+mn-lt"/>
                <a:ea typeface="+mn-ea"/>
                <a:cs typeface="+mn-cs"/>
              </a:rPr>
              <a:t>We extend the datapath so we can implement an instruction that loads from data memory.</a:t>
            </a:r>
          </a:p>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The effective address could be the sum of the two source registers.</a:t>
            </a:r>
            <a:endParaRPr lang="en-GB" kern="1200" dirty="0">
              <a:solidFill>
                <a:schemeClr val="tx2"/>
              </a:solidFill>
              <a:latin typeface="+mn-lt"/>
              <a:ea typeface="+mn-ea"/>
              <a:cs typeface="+mn-cs"/>
            </a:endParaRPr>
          </a:p>
        </p:txBody>
      </p:sp>
    </p:spTree>
    <p:extLst>
      <p:ext uri="{BB962C8B-B14F-4D97-AF65-F5344CB8AC3E}">
        <p14:creationId xmlns:p14="http://schemas.microsoft.com/office/powerpoint/2010/main" val="225130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p:txBody>
          <a:bodyPr>
            <a:normAutofit fontScale="90000"/>
          </a:bodyPr>
          <a:lstStyle/>
          <a:p>
            <a:r>
              <a:rPr lang="en-GB" dirty="0"/>
              <a:t>A Processor Datapath – Storing to Data Memory</a:t>
            </a:r>
            <a:endParaRPr lang="en-US" dirty="0"/>
          </a:p>
        </p:txBody>
      </p:sp>
      <p:pic>
        <p:nvPicPr>
          <p:cNvPr id="4" name="Content Placeholder 10">
            <a:extLst>
              <a:ext uri="{FF2B5EF4-FFF2-40B4-BE49-F238E27FC236}">
                <a16:creationId xmlns:a16="http://schemas.microsoft.com/office/drawing/2014/main" id="{94424006-ACED-48D0-8262-985770B69906}"/>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1832044" y="1479550"/>
            <a:ext cx="8500924" cy="4086225"/>
          </a:xfrm>
        </p:spPr>
      </p:pic>
      <p:sp>
        <p:nvSpPr>
          <p:cNvPr id="5" name="TextBox 4">
            <a:extLst>
              <a:ext uri="{FF2B5EF4-FFF2-40B4-BE49-F238E27FC236}">
                <a16:creationId xmlns:a16="http://schemas.microsoft.com/office/drawing/2014/main" id="{CB07B2E8-2A06-4937-BE7E-4F6A34CEC10C}"/>
              </a:ext>
            </a:extLst>
          </p:cNvPr>
          <p:cNvSpPr txBox="1"/>
          <p:nvPr/>
        </p:nvSpPr>
        <p:spPr>
          <a:xfrm>
            <a:off x="8757665" y="1164752"/>
            <a:ext cx="3150606" cy="893303"/>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Storing to memory requires we provide both an address and the data to write.</a:t>
            </a:r>
            <a:endParaRPr lang="en-GB" kern="1200" dirty="0">
              <a:solidFill>
                <a:schemeClr val="tx2"/>
              </a:solidFill>
              <a:latin typeface="+mn-lt"/>
              <a:ea typeface="+mn-ea"/>
              <a:cs typeface="+mn-cs"/>
            </a:endParaRPr>
          </a:p>
        </p:txBody>
      </p:sp>
      <p:sp>
        <p:nvSpPr>
          <p:cNvPr id="6" name="TextBox 5">
            <a:extLst>
              <a:ext uri="{FF2B5EF4-FFF2-40B4-BE49-F238E27FC236}">
                <a16:creationId xmlns:a16="http://schemas.microsoft.com/office/drawing/2014/main" id="{AD3E87B0-0485-4FB5-BD41-6CAD1C295D79}"/>
              </a:ext>
            </a:extLst>
          </p:cNvPr>
          <p:cNvSpPr txBox="1"/>
          <p:nvPr/>
        </p:nvSpPr>
        <p:spPr>
          <a:xfrm>
            <a:off x="6810121" y="5245768"/>
            <a:ext cx="3724013" cy="1144206"/>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kern="1200" dirty="0">
                <a:solidFill>
                  <a:schemeClr val="tx2"/>
                </a:solidFill>
                <a:latin typeface="+mn-lt"/>
                <a:ea typeface="+mn-ea"/>
                <a:cs typeface="+mn-cs"/>
              </a:rPr>
              <a:t>We have also added the ability to extract immediate values from the instructions and use them in ALU operations or address calculations.</a:t>
            </a:r>
          </a:p>
        </p:txBody>
      </p:sp>
    </p:spTree>
    <p:extLst>
      <p:ext uri="{BB962C8B-B14F-4D97-AF65-F5344CB8AC3E}">
        <p14:creationId xmlns:p14="http://schemas.microsoft.com/office/powerpoint/2010/main" val="26901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F118-3D31-4BF9-977D-5A17653B959F}"/>
              </a:ext>
            </a:extLst>
          </p:cNvPr>
          <p:cNvSpPr>
            <a:spLocks noGrp="1"/>
          </p:cNvSpPr>
          <p:nvPr>
            <p:ph type="title"/>
          </p:nvPr>
        </p:nvSpPr>
        <p:spPr>
          <a:xfrm>
            <a:off x="479424" y="476250"/>
            <a:ext cx="12118289" cy="654760"/>
          </a:xfrm>
        </p:spPr>
        <p:txBody>
          <a:bodyPr>
            <a:normAutofit fontScale="90000"/>
          </a:bodyPr>
          <a:lstStyle/>
          <a:p>
            <a:r>
              <a:rPr lang="en-GB" dirty="0"/>
              <a:t>A Processor Datapath – Supporting Branch Instructions</a:t>
            </a:r>
            <a:endParaRPr lang="en-US" dirty="0"/>
          </a:p>
        </p:txBody>
      </p:sp>
      <p:sp>
        <p:nvSpPr>
          <p:cNvPr id="4" name="TextBox 3">
            <a:extLst>
              <a:ext uri="{FF2B5EF4-FFF2-40B4-BE49-F238E27FC236}">
                <a16:creationId xmlns:a16="http://schemas.microsoft.com/office/drawing/2014/main" id="{4AC270DE-E3FF-41E5-B54B-084C436990BE}"/>
              </a:ext>
            </a:extLst>
          </p:cNvPr>
          <p:cNvSpPr txBox="1"/>
          <p:nvPr/>
        </p:nvSpPr>
        <p:spPr>
          <a:xfrm>
            <a:off x="451491" y="1775088"/>
            <a:ext cx="1982790" cy="1142602"/>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dirty="0">
                <a:solidFill>
                  <a:schemeClr val="tx2"/>
                </a:solidFill>
                <a:latin typeface="+mn-lt"/>
                <a:ea typeface="+mn-ea"/>
              </a:rPr>
              <a:t>Here, we assume a simple</a:t>
            </a:r>
            <a:r>
              <a:rPr lang="en-GB" kern="1200" dirty="0">
                <a:solidFill>
                  <a:schemeClr val="tx2"/>
                </a:solidFill>
                <a:latin typeface="+mn-lt"/>
                <a:ea typeface="+mn-ea"/>
                <a:cs typeface="+mn-cs"/>
              </a:rPr>
              <a:t> “branch if equal to zero” instruction.</a:t>
            </a:r>
          </a:p>
        </p:txBody>
      </p:sp>
      <p:pic>
        <p:nvPicPr>
          <p:cNvPr id="5" name="Content Placeholder 11">
            <a:extLst>
              <a:ext uri="{FF2B5EF4-FFF2-40B4-BE49-F238E27FC236}">
                <a16:creationId xmlns:a16="http://schemas.microsoft.com/office/drawing/2014/main" id="{C06FC13A-FC02-470C-BBB8-1BF295751560}"/>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2496251" y="1479550"/>
            <a:ext cx="7172511" cy="4086225"/>
          </a:xfrm>
        </p:spPr>
      </p:pic>
      <p:sp>
        <p:nvSpPr>
          <p:cNvPr id="6" name="TextBox 5">
            <a:extLst>
              <a:ext uri="{FF2B5EF4-FFF2-40B4-BE49-F238E27FC236}">
                <a16:creationId xmlns:a16="http://schemas.microsoft.com/office/drawing/2014/main" id="{F2E4E622-C198-4F6E-AA00-C6A9DACC7851}"/>
              </a:ext>
            </a:extLst>
          </p:cNvPr>
          <p:cNvSpPr txBox="1"/>
          <p:nvPr/>
        </p:nvSpPr>
        <p:spPr>
          <a:xfrm>
            <a:off x="7389018" y="5237544"/>
            <a:ext cx="4424041" cy="1144206"/>
          </a:xfrm>
          <a:prstGeom prst="rect">
            <a:avLst/>
          </a:prstGeom>
          <a:noFill/>
          <a:ln>
            <a:solidFill>
              <a:schemeClr val="accent1"/>
            </a:solidFill>
          </a:ln>
        </p:spPr>
        <p:txBody>
          <a:bodyPr wrap="square" lIns="72000" tIns="72000" rIns="72000" bIns="7200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kern="1200" dirty="0">
                <a:solidFill>
                  <a:schemeClr val="tx2"/>
                </a:solidFill>
                <a:latin typeface="+mn-lt"/>
                <a:ea typeface="+mn-ea"/>
                <a:cs typeface="+mn-cs"/>
              </a:rPr>
              <a:t>Our branch target address is computed relative to the PC. </a:t>
            </a:r>
            <a:r>
              <a:rPr lang="en-GB" dirty="0">
                <a:solidFill>
                  <a:schemeClr val="tx2"/>
                </a:solidFill>
                <a:latin typeface="+mn-lt"/>
                <a:ea typeface="+mn-ea"/>
              </a:rPr>
              <a:t>Our immediate (the offset) is shifted left by two (i.e., multiplied by 4) as all instructions are 32-bits. </a:t>
            </a:r>
          </a:p>
        </p:txBody>
      </p:sp>
    </p:spTree>
    <p:extLst>
      <p:ext uri="{BB962C8B-B14F-4D97-AF65-F5344CB8AC3E}">
        <p14:creationId xmlns:p14="http://schemas.microsoft.com/office/powerpoint/2010/main" val="3299835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4BC6F-6B5E-5DA5-AE93-DC7F831CE2B3}"/>
              </a:ext>
            </a:extLst>
          </p:cNvPr>
          <p:cNvSpPr>
            <a:spLocks noGrp="1"/>
          </p:cNvSpPr>
          <p:nvPr>
            <p:ph type="title"/>
          </p:nvPr>
        </p:nvSpPr>
        <p:spPr/>
        <p:txBody>
          <a:bodyPr/>
          <a:lstStyle/>
          <a:p>
            <a:r>
              <a:rPr lang="en-CA" dirty="0"/>
              <a:t>Encoding our Instructions</a:t>
            </a:r>
          </a:p>
        </p:txBody>
      </p:sp>
      <p:sp>
        <p:nvSpPr>
          <p:cNvPr id="3" name="Content Placeholder 2">
            <a:extLst>
              <a:ext uri="{FF2B5EF4-FFF2-40B4-BE49-F238E27FC236}">
                <a16:creationId xmlns:a16="http://schemas.microsoft.com/office/drawing/2014/main" id="{08D623BB-2DD7-00E9-C5E5-B7C2792CC47F}"/>
              </a:ext>
            </a:extLst>
          </p:cNvPr>
          <p:cNvSpPr>
            <a:spLocks noGrp="1"/>
          </p:cNvSpPr>
          <p:nvPr>
            <p:ph idx="1"/>
          </p:nvPr>
        </p:nvSpPr>
        <p:spPr/>
        <p:txBody>
          <a:bodyPr/>
          <a:lstStyle/>
          <a:p>
            <a:r>
              <a:rPr lang="en-GB" dirty="0"/>
              <a:t>A simple data processing instruction may have the following format, where </a:t>
            </a:r>
            <a:r>
              <a:rPr lang="en-GB" dirty="0">
                <a:latin typeface="Courier"/>
              </a:rPr>
              <a:t>Operand2</a:t>
            </a:r>
            <a:r>
              <a:rPr lang="en-GB" dirty="0"/>
              <a:t> may be a register or immediate value.</a:t>
            </a:r>
          </a:p>
          <a:p>
            <a:endParaRPr lang="en-GB" dirty="0"/>
          </a:p>
          <a:p>
            <a:endParaRPr lang="en-GB" dirty="0"/>
          </a:p>
          <a:p>
            <a:r>
              <a:rPr lang="en-GB" dirty="0"/>
              <a:t>Given 32-bits to encode our instructions, we may invent two simple instruction encoding formats for our processor, e.g.:</a:t>
            </a:r>
          </a:p>
          <a:p>
            <a:endParaRPr lang="en-GB" dirty="0"/>
          </a:p>
          <a:p>
            <a:endParaRPr lang="en-GB" dirty="0"/>
          </a:p>
          <a:p>
            <a:endParaRPr lang="en-GB" dirty="0"/>
          </a:p>
          <a:p>
            <a:endParaRPr lang="en-GB" dirty="0"/>
          </a:p>
          <a:p>
            <a:endParaRPr lang="en-CA" dirty="0"/>
          </a:p>
        </p:txBody>
      </p:sp>
      <p:sp>
        <p:nvSpPr>
          <p:cNvPr id="4" name="Rectangle 1">
            <a:extLst>
              <a:ext uri="{FF2B5EF4-FFF2-40B4-BE49-F238E27FC236}">
                <a16:creationId xmlns:a16="http://schemas.microsoft.com/office/drawing/2014/main" id="{36CDC9F4-3AAF-37A4-2739-9B64FB649C86}"/>
              </a:ext>
            </a:extLst>
          </p:cNvPr>
          <p:cNvSpPr>
            <a:spLocks noChangeArrowheads="1"/>
          </p:cNvSpPr>
          <p:nvPr/>
        </p:nvSpPr>
        <p:spPr bwMode="auto">
          <a:xfrm>
            <a:off x="1304222" y="2967335"/>
            <a:ext cx="6602931" cy="461665"/>
          </a:xfrm>
          <a:prstGeom prst="rect">
            <a:avLst/>
          </a:prstGeom>
          <a:solidFill>
            <a:srgbClr val="E6E6E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E48"/>
                </a:solidFill>
                <a:effectLst/>
                <a:latin typeface="Courier"/>
              </a:rPr>
              <a:t>Instruction Rd, Rs, Operand2</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28CB5DDD-C12E-6378-DD64-E9F2912F19D1}"/>
              </a:ext>
            </a:extLst>
          </p:cNvPr>
          <p:cNvGraphicFramePr>
            <a:graphicFrameLocks noGrp="1"/>
          </p:cNvGraphicFramePr>
          <p:nvPr/>
        </p:nvGraphicFramePr>
        <p:xfrm>
          <a:off x="1507958" y="5088153"/>
          <a:ext cx="8577775" cy="457200"/>
        </p:xfrm>
        <a:graphic>
          <a:graphicData uri="http://schemas.openxmlformats.org/drawingml/2006/table">
            <a:tbl>
              <a:tblPr firstRow="1" bandRow="1">
                <a:tableStyleId>{2D5ABB26-0587-4C30-8999-92F81FD0307C}</a:tableStyleId>
              </a:tblPr>
              <a:tblGrid>
                <a:gridCol w="1715555">
                  <a:extLst>
                    <a:ext uri="{9D8B030D-6E8A-4147-A177-3AD203B41FA5}">
                      <a16:colId xmlns:a16="http://schemas.microsoft.com/office/drawing/2014/main" val="1024391788"/>
                    </a:ext>
                  </a:extLst>
                </a:gridCol>
                <a:gridCol w="1715555">
                  <a:extLst>
                    <a:ext uri="{9D8B030D-6E8A-4147-A177-3AD203B41FA5}">
                      <a16:colId xmlns:a16="http://schemas.microsoft.com/office/drawing/2014/main" val="1587187768"/>
                    </a:ext>
                  </a:extLst>
                </a:gridCol>
                <a:gridCol w="1715555">
                  <a:extLst>
                    <a:ext uri="{9D8B030D-6E8A-4147-A177-3AD203B41FA5}">
                      <a16:colId xmlns:a16="http://schemas.microsoft.com/office/drawing/2014/main" val="3676686172"/>
                    </a:ext>
                  </a:extLst>
                </a:gridCol>
                <a:gridCol w="1715555">
                  <a:extLst>
                    <a:ext uri="{9D8B030D-6E8A-4147-A177-3AD203B41FA5}">
                      <a16:colId xmlns:a16="http://schemas.microsoft.com/office/drawing/2014/main" val="3022588486"/>
                    </a:ext>
                  </a:extLst>
                </a:gridCol>
                <a:gridCol w="1715555">
                  <a:extLst>
                    <a:ext uri="{9D8B030D-6E8A-4147-A177-3AD203B41FA5}">
                      <a16:colId xmlns:a16="http://schemas.microsoft.com/office/drawing/2014/main" val="2774791482"/>
                    </a:ext>
                  </a:extLst>
                </a:gridCol>
              </a:tblGrid>
              <a:tr h="370840">
                <a:tc>
                  <a:txBody>
                    <a:bodyPr/>
                    <a:lstStyle/>
                    <a:p>
                      <a:pPr algn="ctr"/>
                      <a:r>
                        <a:rPr lang="en-GB" sz="2400" dirty="0">
                          <a:latin typeface="Courier New" panose="02070309020205020404" pitchFamily="49" charset="0"/>
                          <a:cs typeface="Courier New" panose="02070309020205020404" pitchFamily="49" charset="0"/>
                        </a:rPr>
                        <a:t>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dirty="0">
                          <a:latin typeface="Courier New" panose="02070309020205020404" pitchFamily="49" charset="0"/>
                          <a:cs typeface="Courier New" panose="02070309020205020404" pitchFamily="49" charset="0"/>
                        </a:rPr>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dirty="0">
                          <a:latin typeface="Courier New" panose="02070309020205020404" pitchFamily="49" charset="0"/>
                          <a:cs typeface="Courier New" panose="02070309020205020404" pitchFamily="49" charset="0"/>
                        </a:rPr>
                        <a:t>rs2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dirty="0">
                          <a:latin typeface="Courier New" panose="02070309020205020404" pitchFamily="49" charset="0"/>
                          <a:cs typeface="Courier New" panose="02070309020205020404" pitchFamily="49" charset="0"/>
                        </a:rPr>
                        <a:t>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dirty="0">
                          <a:latin typeface="Courier New" panose="02070309020205020404" pitchFamily="49" charset="0"/>
                          <a:cs typeface="Courier New" panose="02070309020205020404" pitchFamily="49" charset="0"/>
                        </a:rPr>
                        <a:t>function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9400865"/>
                  </a:ext>
                </a:extLst>
              </a:tr>
            </a:tbl>
          </a:graphicData>
        </a:graphic>
      </p:graphicFrame>
      <p:graphicFrame>
        <p:nvGraphicFramePr>
          <p:cNvPr id="6" name="Table 5">
            <a:extLst>
              <a:ext uri="{FF2B5EF4-FFF2-40B4-BE49-F238E27FC236}">
                <a16:creationId xmlns:a16="http://schemas.microsoft.com/office/drawing/2014/main" id="{1AA8A968-81DD-796E-5FD5-EE9BAB083B70}"/>
              </a:ext>
            </a:extLst>
          </p:cNvPr>
          <p:cNvGraphicFramePr>
            <a:graphicFrameLocks noGrp="1"/>
          </p:cNvGraphicFramePr>
          <p:nvPr/>
        </p:nvGraphicFramePr>
        <p:xfrm>
          <a:off x="1507957" y="5914477"/>
          <a:ext cx="8577775" cy="457200"/>
        </p:xfrm>
        <a:graphic>
          <a:graphicData uri="http://schemas.openxmlformats.org/drawingml/2006/table">
            <a:tbl>
              <a:tblPr firstRow="1" bandRow="1">
                <a:tableStyleId>{2D5ABB26-0587-4C30-8999-92F81FD0307C}</a:tableStyleId>
              </a:tblPr>
              <a:tblGrid>
                <a:gridCol w="1715555">
                  <a:extLst>
                    <a:ext uri="{9D8B030D-6E8A-4147-A177-3AD203B41FA5}">
                      <a16:colId xmlns:a16="http://schemas.microsoft.com/office/drawing/2014/main" val="2940689376"/>
                    </a:ext>
                  </a:extLst>
                </a:gridCol>
                <a:gridCol w="1715555">
                  <a:extLst>
                    <a:ext uri="{9D8B030D-6E8A-4147-A177-3AD203B41FA5}">
                      <a16:colId xmlns:a16="http://schemas.microsoft.com/office/drawing/2014/main" val="2006347418"/>
                    </a:ext>
                  </a:extLst>
                </a:gridCol>
                <a:gridCol w="1715555">
                  <a:extLst>
                    <a:ext uri="{9D8B030D-6E8A-4147-A177-3AD203B41FA5}">
                      <a16:colId xmlns:a16="http://schemas.microsoft.com/office/drawing/2014/main" val="2094949158"/>
                    </a:ext>
                  </a:extLst>
                </a:gridCol>
                <a:gridCol w="3431110">
                  <a:extLst>
                    <a:ext uri="{9D8B030D-6E8A-4147-A177-3AD203B41FA5}">
                      <a16:colId xmlns:a16="http://schemas.microsoft.com/office/drawing/2014/main" val="31312495"/>
                    </a:ext>
                  </a:extLst>
                </a:gridCol>
              </a:tblGrid>
              <a:tr h="201094">
                <a:tc>
                  <a:txBody>
                    <a:bodyPr/>
                    <a:lstStyle/>
                    <a:p>
                      <a:pPr algn="ctr"/>
                      <a:r>
                        <a:rPr lang="en-GB" sz="2400" dirty="0">
                          <a:latin typeface="Courier New" panose="02070309020205020404" pitchFamily="49" charset="0"/>
                          <a:cs typeface="Courier New" panose="02070309020205020404" pitchFamily="49" charset="0"/>
                        </a:rPr>
                        <a:t>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latin typeface="Courier New" panose="02070309020205020404" pitchFamily="49" charset="0"/>
                          <a:cs typeface="Courier New" panose="02070309020205020404" pitchFamily="49" charset="0"/>
                        </a:rPr>
                        <a:t>rs1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latin typeface="Courier New" panose="02070309020205020404" pitchFamily="49" charset="0"/>
                          <a:cs typeface="Courier New" panose="02070309020205020404" pitchFamily="49" charset="0"/>
                        </a:rPr>
                        <a:t>rs2 / 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latin typeface="Courier New" panose="02070309020205020404" pitchFamily="49" charset="0"/>
                          <a:cs typeface="Courier New" panose="02070309020205020404" pitchFamily="49" charset="0"/>
                        </a:rPr>
                        <a:t>immediate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1434836"/>
                  </a:ext>
                </a:extLst>
              </a:tr>
            </a:tbl>
          </a:graphicData>
        </a:graphic>
      </p:graphicFrame>
      <p:sp>
        <p:nvSpPr>
          <p:cNvPr id="7" name="TextBox 6">
            <a:extLst>
              <a:ext uri="{FF2B5EF4-FFF2-40B4-BE49-F238E27FC236}">
                <a16:creationId xmlns:a16="http://schemas.microsoft.com/office/drawing/2014/main" id="{9A01B2D9-24C0-3FB4-D9B8-6D7D6D27DE76}"/>
              </a:ext>
            </a:extLst>
          </p:cNvPr>
          <p:cNvSpPr txBox="1"/>
          <p:nvPr/>
        </p:nvSpPr>
        <p:spPr>
          <a:xfrm>
            <a:off x="8526644" y="4713790"/>
            <a:ext cx="59167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kern="1200" dirty="0">
                <a:solidFill>
                  <a:schemeClr val="tx2"/>
                </a:solidFill>
                <a:latin typeface="+mn-lt"/>
                <a:ea typeface="+mn-ea"/>
                <a:cs typeface="+mn-cs"/>
              </a:rPr>
              <a:t>10</a:t>
            </a:r>
          </a:p>
        </p:txBody>
      </p:sp>
      <p:sp>
        <p:nvSpPr>
          <p:cNvPr id="8" name="TextBox 7">
            <a:extLst>
              <a:ext uri="{FF2B5EF4-FFF2-40B4-BE49-F238E27FC236}">
                <a16:creationId xmlns:a16="http://schemas.microsoft.com/office/drawing/2014/main" id="{699EFE93-BFDC-3393-7254-4A84F89D00A5}"/>
              </a:ext>
            </a:extLst>
          </p:cNvPr>
          <p:cNvSpPr txBox="1"/>
          <p:nvPr/>
        </p:nvSpPr>
        <p:spPr>
          <a:xfrm>
            <a:off x="6733705" y="4706339"/>
            <a:ext cx="59167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kern="1200" dirty="0">
                <a:solidFill>
                  <a:schemeClr val="tx2"/>
                </a:solidFill>
                <a:latin typeface="+mn-lt"/>
                <a:ea typeface="+mn-ea"/>
                <a:cs typeface="+mn-cs"/>
              </a:rPr>
              <a:t>15</a:t>
            </a:r>
          </a:p>
        </p:txBody>
      </p:sp>
      <p:sp>
        <p:nvSpPr>
          <p:cNvPr id="9" name="TextBox 8">
            <a:extLst>
              <a:ext uri="{FF2B5EF4-FFF2-40B4-BE49-F238E27FC236}">
                <a16:creationId xmlns:a16="http://schemas.microsoft.com/office/drawing/2014/main" id="{8BFB80BF-9594-0D60-DBAE-CA38EC0241F3}"/>
              </a:ext>
            </a:extLst>
          </p:cNvPr>
          <p:cNvSpPr txBox="1"/>
          <p:nvPr/>
        </p:nvSpPr>
        <p:spPr>
          <a:xfrm>
            <a:off x="4940766" y="4721575"/>
            <a:ext cx="59167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dirty="0">
                <a:solidFill>
                  <a:schemeClr val="tx2"/>
                </a:solidFill>
                <a:latin typeface="+mn-lt"/>
                <a:ea typeface="+mn-ea"/>
              </a:rPr>
              <a:t>20</a:t>
            </a:r>
            <a:endParaRPr lang="en-GB" sz="2100" kern="1200" dirty="0">
              <a:solidFill>
                <a:schemeClr val="tx2"/>
              </a:solidFill>
              <a:latin typeface="+mn-lt"/>
              <a:ea typeface="+mn-ea"/>
              <a:cs typeface="+mn-cs"/>
            </a:endParaRPr>
          </a:p>
        </p:txBody>
      </p:sp>
      <p:sp>
        <p:nvSpPr>
          <p:cNvPr id="10" name="TextBox 9">
            <a:extLst>
              <a:ext uri="{FF2B5EF4-FFF2-40B4-BE49-F238E27FC236}">
                <a16:creationId xmlns:a16="http://schemas.microsoft.com/office/drawing/2014/main" id="{886A4D17-060E-C349-CBDD-BB678F2815DA}"/>
              </a:ext>
            </a:extLst>
          </p:cNvPr>
          <p:cNvSpPr txBox="1"/>
          <p:nvPr/>
        </p:nvSpPr>
        <p:spPr>
          <a:xfrm>
            <a:off x="3299753" y="4713790"/>
            <a:ext cx="59167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kern="1200" dirty="0">
                <a:solidFill>
                  <a:schemeClr val="tx2"/>
                </a:solidFill>
                <a:latin typeface="+mn-lt"/>
                <a:ea typeface="+mn-ea"/>
                <a:cs typeface="+mn-cs"/>
              </a:rPr>
              <a:t>25</a:t>
            </a:r>
          </a:p>
        </p:txBody>
      </p:sp>
      <p:sp>
        <p:nvSpPr>
          <p:cNvPr id="11" name="TextBox 10">
            <a:extLst>
              <a:ext uri="{FF2B5EF4-FFF2-40B4-BE49-F238E27FC236}">
                <a16:creationId xmlns:a16="http://schemas.microsoft.com/office/drawing/2014/main" id="{E8B4F97C-7CCB-1C25-7F55-C024FCA891D7}"/>
              </a:ext>
            </a:extLst>
          </p:cNvPr>
          <p:cNvSpPr txBox="1"/>
          <p:nvPr/>
        </p:nvSpPr>
        <p:spPr>
          <a:xfrm>
            <a:off x="1506814" y="4713790"/>
            <a:ext cx="59167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kern="1200" dirty="0">
                <a:solidFill>
                  <a:schemeClr val="tx2"/>
                </a:solidFill>
                <a:latin typeface="+mn-lt"/>
                <a:ea typeface="+mn-ea"/>
                <a:cs typeface="+mn-cs"/>
              </a:rPr>
              <a:t>31</a:t>
            </a:r>
          </a:p>
        </p:txBody>
      </p:sp>
      <p:sp>
        <p:nvSpPr>
          <p:cNvPr id="12" name="TextBox 11">
            <a:extLst>
              <a:ext uri="{FF2B5EF4-FFF2-40B4-BE49-F238E27FC236}">
                <a16:creationId xmlns:a16="http://schemas.microsoft.com/office/drawing/2014/main" id="{832F0E42-521A-2387-252B-835989EE419D}"/>
              </a:ext>
            </a:extLst>
          </p:cNvPr>
          <p:cNvSpPr txBox="1"/>
          <p:nvPr/>
        </p:nvSpPr>
        <p:spPr>
          <a:xfrm>
            <a:off x="9956746" y="4721575"/>
            <a:ext cx="725673"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dirty="0">
                <a:solidFill>
                  <a:schemeClr val="tx2"/>
                </a:solidFill>
                <a:latin typeface="+mn-lt"/>
                <a:ea typeface="+mn-ea"/>
              </a:rPr>
              <a:t>0</a:t>
            </a:r>
            <a:endParaRPr lang="en-GB" sz="2100" kern="1200" dirty="0">
              <a:solidFill>
                <a:schemeClr val="tx2"/>
              </a:solidFill>
              <a:latin typeface="+mn-lt"/>
              <a:ea typeface="+mn-ea"/>
              <a:cs typeface="+mn-cs"/>
            </a:endParaRPr>
          </a:p>
        </p:txBody>
      </p:sp>
      <p:sp>
        <p:nvSpPr>
          <p:cNvPr id="13" name="TextBox 12">
            <a:extLst>
              <a:ext uri="{FF2B5EF4-FFF2-40B4-BE49-F238E27FC236}">
                <a16:creationId xmlns:a16="http://schemas.microsoft.com/office/drawing/2014/main" id="{F065B9B7-B431-D735-A549-6ECA5BB52967}"/>
              </a:ext>
            </a:extLst>
          </p:cNvPr>
          <p:cNvSpPr txBox="1"/>
          <p:nvPr/>
        </p:nvSpPr>
        <p:spPr>
          <a:xfrm>
            <a:off x="6733704" y="6442111"/>
            <a:ext cx="59167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GB" sz="2100" kern="1200" dirty="0">
                <a:solidFill>
                  <a:schemeClr val="tx2"/>
                </a:solidFill>
                <a:latin typeface="+mn-lt"/>
                <a:ea typeface="+mn-ea"/>
                <a:cs typeface="+mn-cs"/>
              </a:rPr>
              <a:t>15</a:t>
            </a:r>
          </a:p>
        </p:txBody>
      </p:sp>
      <p:sp>
        <p:nvSpPr>
          <p:cNvPr id="14" name="Date Placeholder 13">
            <a:extLst>
              <a:ext uri="{FF2B5EF4-FFF2-40B4-BE49-F238E27FC236}">
                <a16:creationId xmlns:a16="http://schemas.microsoft.com/office/drawing/2014/main" id="{4156A06C-509A-4578-5FC8-DA7A95E6FAFF}"/>
              </a:ext>
            </a:extLst>
          </p:cNvPr>
          <p:cNvSpPr>
            <a:spLocks noGrp="1"/>
          </p:cNvSpPr>
          <p:nvPr>
            <p:ph type="dt" sz="half" idx="10"/>
          </p:nvPr>
        </p:nvSpPr>
        <p:spPr/>
        <p:txBody>
          <a:bodyPr/>
          <a:lstStyle/>
          <a:p>
            <a:fld id="{208C3C10-2DF1-48F3-ADE2-B042528FF2A7}" type="datetime1">
              <a:rPr lang="en-CA" smtClean="0"/>
              <a:t>2026-03-14</a:t>
            </a:fld>
            <a:endParaRPr lang="en-CA"/>
          </a:p>
        </p:txBody>
      </p:sp>
      <p:sp>
        <p:nvSpPr>
          <p:cNvPr id="15" name="Footer Placeholder 14">
            <a:extLst>
              <a:ext uri="{FF2B5EF4-FFF2-40B4-BE49-F238E27FC236}">
                <a16:creationId xmlns:a16="http://schemas.microsoft.com/office/drawing/2014/main" id="{C1CC79A0-B8C4-522C-8BF1-347EEF6FEA25}"/>
              </a:ext>
            </a:extLst>
          </p:cNvPr>
          <p:cNvSpPr>
            <a:spLocks noGrp="1"/>
          </p:cNvSpPr>
          <p:nvPr>
            <p:ph type="ftr" sz="quarter" idx="11"/>
          </p:nvPr>
        </p:nvSpPr>
        <p:spPr/>
        <p:txBody>
          <a:bodyPr/>
          <a:lstStyle/>
          <a:p>
            <a:r>
              <a:rPr lang="en-US"/>
              <a:t>ECED3403 Computer Architecture. Colin O'Flynn.</a:t>
            </a:r>
            <a:endParaRPr lang="en-CA"/>
          </a:p>
        </p:txBody>
      </p:sp>
      <p:sp>
        <p:nvSpPr>
          <p:cNvPr id="16" name="Slide Number Placeholder 15">
            <a:extLst>
              <a:ext uri="{FF2B5EF4-FFF2-40B4-BE49-F238E27FC236}">
                <a16:creationId xmlns:a16="http://schemas.microsoft.com/office/drawing/2014/main" id="{49F7EAAF-68FB-4968-C619-56ADED938E42}"/>
              </a:ext>
            </a:extLst>
          </p:cNvPr>
          <p:cNvSpPr>
            <a:spLocks noGrp="1"/>
          </p:cNvSpPr>
          <p:nvPr>
            <p:ph type="sldNum" sz="quarter" idx="12"/>
          </p:nvPr>
        </p:nvSpPr>
        <p:spPr/>
        <p:txBody>
          <a:bodyPr/>
          <a:lstStyle/>
          <a:p>
            <a:fld id="{D23FE6AF-7EC0-4502-9F71-820950EA8DB2}" type="slidenum">
              <a:rPr lang="en-CA" smtClean="0"/>
              <a:t>11</a:t>
            </a:fld>
            <a:endParaRPr lang="en-CA"/>
          </a:p>
        </p:txBody>
      </p:sp>
    </p:spTree>
    <p:extLst>
      <p:ext uri="{BB962C8B-B14F-4D97-AF65-F5344CB8AC3E}">
        <p14:creationId xmlns:p14="http://schemas.microsoft.com/office/powerpoint/2010/main" val="1790118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C2C83-D85E-BCDF-1E1D-30E7986BCFB5}"/>
              </a:ext>
            </a:extLst>
          </p:cNvPr>
          <p:cNvSpPr>
            <a:spLocks noGrp="1"/>
          </p:cNvSpPr>
          <p:nvPr>
            <p:ph type="title"/>
          </p:nvPr>
        </p:nvSpPr>
        <p:spPr/>
        <p:txBody>
          <a:bodyPr/>
          <a:lstStyle/>
          <a:p>
            <a:r>
              <a:rPr lang="en-US" dirty="0"/>
              <a:t>What the ISA?</a:t>
            </a:r>
            <a:endParaRPr lang="en-CA" dirty="0"/>
          </a:p>
        </p:txBody>
      </p:sp>
      <p:sp>
        <p:nvSpPr>
          <p:cNvPr id="3" name="Content Placeholder 2">
            <a:extLst>
              <a:ext uri="{FF2B5EF4-FFF2-40B4-BE49-F238E27FC236}">
                <a16:creationId xmlns:a16="http://schemas.microsoft.com/office/drawing/2014/main" id="{8BE9C9C3-8BCB-8384-7463-32C937CA4596}"/>
              </a:ext>
            </a:extLst>
          </p:cNvPr>
          <p:cNvSpPr>
            <a:spLocks noGrp="1"/>
          </p:cNvSpPr>
          <p:nvPr>
            <p:ph idx="1"/>
          </p:nvPr>
        </p:nvSpPr>
        <p:spPr/>
        <p:txBody>
          <a:bodyPr/>
          <a:lstStyle/>
          <a:p>
            <a:r>
              <a:rPr lang="en-US" dirty="0"/>
              <a:t>ISA Specifies:</a:t>
            </a:r>
          </a:p>
          <a:p>
            <a:pPr lvl="1"/>
            <a:r>
              <a:rPr lang="en-US" dirty="0"/>
              <a:t>Instruction encodings</a:t>
            </a:r>
          </a:p>
          <a:p>
            <a:pPr lvl="1"/>
            <a:r>
              <a:rPr lang="en-US" dirty="0"/>
              <a:t>Registers</a:t>
            </a:r>
          </a:p>
          <a:p>
            <a:pPr lvl="1"/>
            <a:r>
              <a:rPr lang="en-US" dirty="0"/>
              <a:t>Data types</a:t>
            </a:r>
          </a:p>
          <a:p>
            <a:pPr lvl="1"/>
            <a:r>
              <a:rPr lang="en-US" dirty="0"/>
              <a:t>Addressing modes</a:t>
            </a:r>
          </a:p>
          <a:p>
            <a:pPr lvl="1"/>
            <a:r>
              <a:rPr lang="en-US" dirty="0"/>
              <a:t>Memory models</a:t>
            </a:r>
          </a:p>
          <a:p>
            <a:pPr lvl="1"/>
            <a:r>
              <a:rPr lang="en-US" dirty="0"/>
              <a:t>Privilege levels</a:t>
            </a:r>
          </a:p>
          <a:p>
            <a:pPr lvl="1"/>
            <a:r>
              <a:rPr lang="en-US" dirty="0"/>
              <a:t>Exception behaviors</a:t>
            </a:r>
            <a:endParaRPr lang="en-CA" dirty="0"/>
          </a:p>
        </p:txBody>
      </p:sp>
      <p:sp>
        <p:nvSpPr>
          <p:cNvPr id="4" name="Date Placeholder 3">
            <a:extLst>
              <a:ext uri="{FF2B5EF4-FFF2-40B4-BE49-F238E27FC236}">
                <a16:creationId xmlns:a16="http://schemas.microsoft.com/office/drawing/2014/main" id="{06A3D1BC-5E39-CDE1-D2C3-76008FE8CDAC}"/>
              </a:ext>
            </a:extLst>
          </p:cNvPr>
          <p:cNvSpPr>
            <a:spLocks noGrp="1"/>
          </p:cNvSpPr>
          <p:nvPr>
            <p:ph type="dt" sz="half" idx="10"/>
          </p:nvPr>
        </p:nvSpPr>
        <p:spPr/>
        <p:txBody>
          <a:bodyPr/>
          <a:lstStyle/>
          <a:p>
            <a:fld id="{4769CA12-FC7E-4EF1-A8B8-169E6F4C765C}" type="datetime1">
              <a:rPr lang="en-CA" smtClean="0"/>
              <a:t>2026-03-14</a:t>
            </a:fld>
            <a:endParaRPr lang="en-CA"/>
          </a:p>
        </p:txBody>
      </p:sp>
      <p:sp>
        <p:nvSpPr>
          <p:cNvPr id="5" name="Footer Placeholder 4">
            <a:extLst>
              <a:ext uri="{FF2B5EF4-FFF2-40B4-BE49-F238E27FC236}">
                <a16:creationId xmlns:a16="http://schemas.microsoft.com/office/drawing/2014/main" id="{84056661-9AE7-7464-B4A3-530E9F2A54FA}"/>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161F64C1-ACC7-8202-F8CC-56FA3422255B}"/>
              </a:ext>
            </a:extLst>
          </p:cNvPr>
          <p:cNvSpPr>
            <a:spLocks noGrp="1"/>
          </p:cNvSpPr>
          <p:nvPr>
            <p:ph type="sldNum" sz="quarter" idx="12"/>
          </p:nvPr>
        </p:nvSpPr>
        <p:spPr/>
        <p:txBody>
          <a:bodyPr/>
          <a:lstStyle/>
          <a:p>
            <a:fld id="{D23FE6AF-7EC0-4502-9F71-820950EA8DB2}" type="slidenum">
              <a:rPr lang="en-CA" smtClean="0"/>
              <a:t>12</a:t>
            </a:fld>
            <a:endParaRPr lang="en-CA"/>
          </a:p>
        </p:txBody>
      </p:sp>
    </p:spTree>
    <p:extLst>
      <p:ext uri="{BB962C8B-B14F-4D97-AF65-F5344CB8AC3E}">
        <p14:creationId xmlns:p14="http://schemas.microsoft.com/office/powerpoint/2010/main" val="3394124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0E781-90A2-D37E-BF11-4F9B34A74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DADA0-A004-668A-A9B3-B27DE1CC505E}"/>
              </a:ext>
            </a:extLst>
          </p:cNvPr>
          <p:cNvSpPr>
            <a:spLocks noGrp="1"/>
          </p:cNvSpPr>
          <p:nvPr>
            <p:ph type="title"/>
          </p:nvPr>
        </p:nvSpPr>
        <p:spPr/>
        <p:txBody>
          <a:bodyPr/>
          <a:lstStyle/>
          <a:p>
            <a:r>
              <a:rPr lang="en-US" dirty="0"/>
              <a:t>What the ISA?</a:t>
            </a:r>
            <a:endParaRPr lang="en-CA" dirty="0"/>
          </a:p>
        </p:txBody>
      </p:sp>
      <p:sp>
        <p:nvSpPr>
          <p:cNvPr id="3" name="Content Placeholder 2">
            <a:extLst>
              <a:ext uri="{FF2B5EF4-FFF2-40B4-BE49-F238E27FC236}">
                <a16:creationId xmlns:a16="http://schemas.microsoft.com/office/drawing/2014/main" id="{D267C809-C5D2-10D1-BC7F-43F66F8B546B}"/>
              </a:ext>
            </a:extLst>
          </p:cNvPr>
          <p:cNvSpPr>
            <a:spLocks noGrp="1"/>
          </p:cNvSpPr>
          <p:nvPr>
            <p:ph idx="1"/>
          </p:nvPr>
        </p:nvSpPr>
        <p:spPr/>
        <p:txBody>
          <a:bodyPr/>
          <a:lstStyle/>
          <a:p>
            <a:r>
              <a:rPr lang="en-US" dirty="0"/>
              <a:t>ISA </a:t>
            </a:r>
            <a:r>
              <a:rPr lang="en-US" b="1" dirty="0">
                <a:solidFill>
                  <a:srgbClr val="FF0000"/>
                </a:solidFill>
              </a:rPr>
              <a:t>DOES NOT </a:t>
            </a:r>
            <a:r>
              <a:rPr lang="en-US" dirty="0"/>
              <a:t>Specify:</a:t>
            </a:r>
          </a:p>
          <a:p>
            <a:pPr lvl="1"/>
            <a:r>
              <a:rPr lang="en-US" dirty="0"/>
              <a:t>Clock speeds</a:t>
            </a:r>
          </a:p>
          <a:p>
            <a:pPr lvl="1"/>
            <a:r>
              <a:rPr lang="en-US" dirty="0"/>
              <a:t>Pipeline depth</a:t>
            </a:r>
          </a:p>
          <a:p>
            <a:pPr lvl="1"/>
            <a:r>
              <a:rPr lang="en-US" dirty="0"/>
              <a:t>Cache sizes</a:t>
            </a:r>
          </a:p>
          <a:p>
            <a:pPr lvl="1"/>
            <a:r>
              <a:rPr lang="en-US" dirty="0"/>
              <a:t>Power consumption</a:t>
            </a:r>
          </a:p>
          <a:p>
            <a:pPr lvl="1"/>
            <a:r>
              <a:rPr lang="en-US" dirty="0"/>
              <a:t>… </a:t>
            </a:r>
            <a:r>
              <a:rPr lang="en-US" dirty="0" err="1"/>
              <a:t>etc</a:t>
            </a:r>
            <a:endParaRPr lang="en-US" dirty="0"/>
          </a:p>
          <a:p>
            <a:pPr lvl="1"/>
            <a:endParaRPr lang="en-US" dirty="0"/>
          </a:p>
          <a:p>
            <a:pPr lvl="1"/>
            <a:endParaRPr lang="en-US" dirty="0"/>
          </a:p>
          <a:p>
            <a:pPr marL="457200" lvl="1" indent="0">
              <a:buNone/>
            </a:pPr>
            <a:r>
              <a:rPr lang="en-US" dirty="0"/>
              <a:t>		</a:t>
            </a:r>
            <a:r>
              <a:rPr lang="en-US" b="1" dirty="0"/>
              <a:t>ISA does not specify </a:t>
            </a:r>
            <a:r>
              <a:rPr lang="en-US" b="1" dirty="0">
                <a:solidFill>
                  <a:srgbClr val="FF0000"/>
                </a:solidFill>
              </a:rPr>
              <a:t>HOW</a:t>
            </a:r>
            <a:r>
              <a:rPr lang="en-US" b="1" dirty="0"/>
              <a:t> it works</a:t>
            </a:r>
          </a:p>
        </p:txBody>
      </p:sp>
      <p:sp>
        <p:nvSpPr>
          <p:cNvPr id="4" name="Date Placeholder 3">
            <a:extLst>
              <a:ext uri="{FF2B5EF4-FFF2-40B4-BE49-F238E27FC236}">
                <a16:creationId xmlns:a16="http://schemas.microsoft.com/office/drawing/2014/main" id="{0A176980-AE59-DD97-42EC-26DCF9913CBE}"/>
              </a:ext>
            </a:extLst>
          </p:cNvPr>
          <p:cNvSpPr>
            <a:spLocks noGrp="1"/>
          </p:cNvSpPr>
          <p:nvPr>
            <p:ph type="dt" sz="half" idx="10"/>
          </p:nvPr>
        </p:nvSpPr>
        <p:spPr/>
        <p:txBody>
          <a:bodyPr/>
          <a:lstStyle/>
          <a:p>
            <a:fld id="{CAC749EF-FE5C-41AF-B981-8284A83346F1}" type="datetime1">
              <a:rPr lang="en-CA" smtClean="0"/>
              <a:t>2026-03-14</a:t>
            </a:fld>
            <a:endParaRPr lang="en-CA"/>
          </a:p>
        </p:txBody>
      </p:sp>
      <p:sp>
        <p:nvSpPr>
          <p:cNvPr id="5" name="Footer Placeholder 4">
            <a:extLst>
              <a:ext uri="{FF2B5EF4-FFF2-40B4-BE49-F238E27FC236}">
                <a16:creationId xmlns:a16="http://schemas.microsoft.com/office/drawing/2014/main" id="{9BA7DC49-4027-346B-7A37-B86EC763B5CE}"/>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801CDBB6-5294-46CA-B60A-244134862A12}"/>
              </a:ext>
            </a:extLst>
          </p:cNvPr>
          <p:cNvSpPr>
            <a:spLocks noGrp="1"/>
          </p:cNvSpPr>
          <p:nvPr>
            <p:ph type="sldNum" sz="quarter" idx="12"/>
          </p:nvPr>
        </p:nvSpPr>
        <p:spPr/>
        <p:txBody>
          <a:bodyPr/>
          <a:lstStyle/>
          <a:p>
            <a:fld id="{D23FE6AF-7EC0-4502-9F71-820950EA8DB2}" type="slidenum">
              <a:rPr lang="en-CA" smtClean="0"/>
              <a:t>13</a:t>
            </a:fld>
            <a:endParaRPr lang="en-CA"/>
          </a:p>
        </p:txBody>
      </p:sp>
    </p:spTree>
    <p:extLst>
      <p:ext uri="{BB962C8B-B14F-4D97-AF65-F5344CB8AC3E}">
        <p14:creationId xmlns:p14="http://schemas.microsoft.com/office/powerpoint/2010/main" val="1915034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BFD52-3B92-526F-4FF4-289E1B4969A7}"/>
              </a:ext>
            </a:extLst>
          </p:cNvPr>
          <p:cNvSpPr>
            <a:spLocks noGrp="1"/>
          </p:cNvSpPr>
          <p:nvPr>
            <p:ph type="title"/>
          </p:nvPr>
        </p:nvSpPr>
        <p:spPr/>
        <p:txBody>
          <a:bodyPr/>
          <a:lstStyle/>
          <a:p>
            <a:r>
              <a:rPr lang="en-US" dirty="0"/>
              <a:t>ISA Code Compatibility</a:t>
            </a:r>
            <a:endParaRPr lang="en-CA" dirty="0"/>
          </a:p>
        </p:txBody>
      </p:sp>
      <p:sp>
        <p:nvSpPr>
          <p:cNvPr id="3" name="Content Placeholder 2">
            <a:extLst>
              <a:ext uri="{FF2B5EF4-FFF2-40B4-BE49-F238E27FC236}">
                <a16:creationId xmlns:a16="http://schemas.microsoft.com/office/drawing/2014/main" id="{4C1D9E64-9E5A-4077-DE51-A05661D117C7}"/>
              </a:ext>
            </a:extLst>
          </p:cNvPr>
          <p:cNvSpPr>
            <a:spLocks noGrp="1"/>
          </p:cNvSpPr>
          <p:nvPr>
            <p:ph idx="1"/>
          </p:nvPr>
        </p:nvSpPr>
        <p:spPr/>
        <p:txBody>
          <a:bodyPr/>
          <a:lstStyle/>
          <a:p>
            <a:r>
              <a:rPr lang="en-CA" dirty="0"/>
              <a:t>In general we look for </a:t>
            </a:r>
            <a:r>
              <a:rPr lang="en-CA" u="sng" dirty="0"/>
              <a:t>code compatibility </a:t>
            </a:r>
            <a:r>
              <a:rPr lang="en-CA" dirty="0"/>
              <a:t>across the ISA.</a:t>
            </a:r>
          </a:p>
          <a:p>
            <a:r>
              <a:rPr lang="en-CA" dirty="0"/>
              <a:t>Code that works on one processor in the ISA should work on others.</a:t>
            </a:r>
          </a:p>
          <a:p>
            <a:r>
              <a:rPr lang="en-CA" dirty="0"/>
              <a:t>There may be certain </a:t>
            </a:r>
            <a:r>
              <a:rPr lang="en-CA" u="sng" dirty="0"/>
              <a:t>features</a:t>
            </a:r>
            <a:r>
              <a:rPr lang="en-CA" dirty="0"/>
              <a:t> that can be enabled or disabled (will come back to this)</a:t>
            </a:r>
          </a:p>
        </p:txBody>
      </p:sp>
      <p:sp>
        <p:nvSpPr>
          <p:cNvPr id="4" name="Date Placeholder 3">
            <a:extLst>
              <a:ext uri="{FF2B5EF4-FFF2-40B4-BE49-F238E27FC236}">
                <a16:creationId xmlns:a16="http://schemas.microsoft.com/office/drawing/2014/main" id="{C38E991F-AE0B-2306-EACE-E88055A30DFE}"/>
              </a:ext>
            </a:extLst>
          </p:cNvPr>
          <p:cNvSpPr>
            <a:spLocks noGrp="1"/>
          </p:cNvSpPr>
          <p:nvPr>
            <p:ph type="dt" sz="half" idx="10"/>
          </p:nvPr>
        </p:nvSpPr>
        <p:spPr/>
        <p:txBody>
          <a:bodyPr/>
          <a:lstStyle/>
          <a:p>
            <a:fld id="{6B00DCFA-86A0-4F68-BBAE-4570FF07410C}" type="datetime1">
              <a:rPr lang="en-CA" smtClean="0"/>
              <a:t>2026-03-14</a:t>
            </a:fld>
            <a:endParaRPr lang="en-CA"/>
          </a:p>
        </p:txBody>
      </p:sp>
      <p:sp>
        <p:nvSpPr>
          <p:cNvPr id="5" name="Footer Placeholder 4">
            <a:extLst>
              <a:ext uri="{FF2B5EF4-FFF2-40B4-BE49-F238E27FC236}">
                <a16:creationId xmlns:a16="http://schemas.microsoft.com/office/drawing/2014/main" id="{51B2122C-EB21-0347-9B03-A71AA9FCA918}"/>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32E87CA3-BD33-4DAF-04F5-67209A1AAC6D}"/>
              </a:ext>
            </a:extLst>
          </p:cNvPr>
          <p:cNvSpPr>
            <a:spLocks noGrp="1"/>
          </p:cNvSpPr>
          <p:nvPr>
            <p:ph type="sldNum" sz="quarter" idx="12"/>
          </p:nvPr>
        </p:nvSpPr>
        <p:spPr/>
        <p:txBody>
          <a:bodyPr/>
          <a:lstStyle/>
          <a:p>
            <a:fld id="{D23FE6AF-7EC0-4502-9F71-820950EA8DB2}" type="slidenum">
              <a:rPr lang="en-CA" smtClean="0"/>
              <a:t>14</a:t>
            </a:fld>
            <a:endParaRPr lang="en-CA"/>
          </a:p>
        </p:txBody>
      </p:sp>
    </p:spTree>
    <p:extLst>
      <p:ext uri="{BB962C8B-B14F-4D97-AF65-F5344CB8AC3E}">
        <p14:creationId xmlns:p14="http://schemas.microsoft.com/office/powerpoint/2010/main" val="1425784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0C257-E6AC-C519-091A-0C3B0C68D73F}"/>
              </a:ext>
            </a:extLst>
          </p:cNvPr>
          <p:cNvSpPr>
            <a:spLocks noGrp="1"/>
          </p:cNvSpPr>
          <p:nvPr>
            <p:ph type="title"/>
          </p:nvPr>
        </p:nvSpPr>
        <p:spPr/>
        <p:txBody>
          <a:bodyPr/>
          <a:lstStyle/>
          <a:p>
            <a:r>
              <a:rPr lang="en-CA" dirty="0"/>
              <a:t>CISC vs. RISC</a:t>
            </a:r>
          </a:p>
        </p:txBody>
      </p:sp>
      <p:sp>
        <p:nvSpPr>
          <p:cNvPr id="3" name="Content Placeholder 2">
            <a:extLst>
              <a:ext uri="{FF2B5EF4-FFF2-40B4-BE49-F238E27FC236}">
                <a16:creationId xmlns:a16="http://schemas.microsoft.com/office/drawing/2014/main" id="{1C756B7C-6737-72D4-2D41-E3A3E58345E2}"/>
              </a:ext>
            </a:extLst>
          </p:cNvPr>
          <p:cNvSpPr>
            <a:spLocks noGrp="1"/>
          </p:cNvSpPr>
          <p:nvPr>
            <p:ph idx="1"/>
          </p:nvPr>
        </p:nvSpPr>
        <p:spPr>
          <a:xfrm>
            <a:off x="677562" y="1690688"/>
            <a:ext cx="10515600" cy="4351338"/>
          </a:xfrm>
        </p:spPr>
        <p:txBody>
          <a:bodyPr>
            <a:normAutofit fontScale="92500" lnSpcReduction="10000"/>
          </a:bodyPr>
          <a:lstStyle/>
          <a:p>
            <a:r>
              <a:rPr lang="en-CA" b="1" dirty="0"/>
              <a:t>Complex Instruction Set Computer (CISC) </a:t>
            </a:r>
          </a:p>
          <a:p>
            <a:pPr lvl="1"/>
            <a:r>
              <a:rPr lang="en-CA" dirty="0"/>
              <a:t>Do very complex tasks</a:t>
            </a:r>
          </a:p>
          <a:p>
            <a:pPr lvl="1"/>
            <a:r>
              <a:rPr lang="en-CA" dirty="0"/>
              <a:t>Most instructions (arithmetic) can access memory</a:t>
            </a:r>
          </a:p>
          <a:p>
            <a:pPr lvl="1"/>
            <a:r>
              <a:rPr lang="en-CA" dirty="0"/>
              <a:t>Variable-length instruction encoding (e.g., for x86 from 8 to 120 bits)</a:t>
            </a:r>
          </a:p>
          <a:p>
            <a:pPr lvl="1"/>
            <a:r>
              <a:rPr lang="en-CA" dirty="0"/>
              <a:t>x86 is a common example</a:t>
            </a:r>
          </a:p>
          <a:p>
            <a:endParaRPr lang="en-CA" dirty="0"/>
          </a:p>
          <a:p>
            <a:r>
              <a:rPr lang="en-CA" b="1" dirty="0"/>
              <a:t>Reduced Instruction Set Computer (RISC)</a:t>
            </a:r>
          </a:p>
          <a:p>
            <a:pPr lvl="1"/>
            <a:r>
              <a:rPr lang="en-CA" dirty="0"/>
              <a:t>Do simple tasks – but do them quickly</a:t>
            </a:r>
          </a:p>
          <a:p>
            <a:pPr lvl="1"/>
            <a:r>
              <a:rPr lang="en-CA" dirty="0"/>
              <a:t>Only special load/store instructions can access memory</a:t>
            </a:r>
          </a:p>
          <a:p>
            <a:pPr lvl="1"/>
            <a:r>
              <a:rPr lang="en-CA" dirty="0"/>
              <a:t>Fixed-length instruction encoding (or a small number of choices, e.g., 32 or 16 bits)</a:t>
            </a:r>
          </a:p>
          <a:p>
            <a:pPr lvl="1"/>
            <a:r>
              <a:rPr lang="en-CA" dirty="0"/>
              <a:t>Arm is a common example</a:t>
            </a:r>
          </a:p>
        </p:txBody>
      </p:sp>
      <p:sp>
        <p:nvSpPr>
          <p:cNvPr id="4" name="Date Placeholder 3">
            <a:extLst>
              <a:ext uri="{FF2B5EF4-FFF2-40B4-BE49-F238E27FC236}">
                <a16:creationId xmlns:a16="http://schemas.microsoft.com/office/drawing/2014/main" id="{CD053F8C-7069-3192-7781-BB232585850F}"/>
              </a:ext>
            </a:extLst>
          </p:cNvPr>
          <p:cNvSpPr>
            <a:spLocks noGrp="1"/>
          </p:cNvSpPr>
          <p:nvPr>
            <p:ph type="dt" sz="half" idx="10"/>
          </p:nvPr>
        </p:nvSpPr>
        <p:spPr/>
        <p:txBody>
          <a:bodyPr/>
          <a:lstStyle/>
          <a:p>
            <a:fld id="{564DF201-44F8-4A6F-B29D-C55D0A57B246}" type="datetime1">
              <a:rPr lang="en-CA" smtClean="0"/>
              <a:t>2026-03-14</a:t>
            </a:fld>
            <a:endParaRPr lang="en-CA"/>
          </a:p>
        </p:txBody>
      </p:sp>
      <p:sp>
        <p:nvSpPr>
          <p:cNvPr id="5" name="Footer Placeholder 4">
            <a:extLst>
              <a:ext uri="{FF2B5EF4-FFF2-40B4-BE49-F238E27FC236}">
                <a16:creationId xmlns:a16="http://schemas.microsoft.com/office/drawing/2014/main" id="{6EB0069A-7322-CED7-2049-D01A1AFA40C4}"/>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72AE4686-61C8-33F7-7730-32A5918CC2F8}"/>
              </a:ext>
            </a:extLst>
          </p:cNvPr>
          <p:cNvSpPr>
            <a:spLocks noGrp="1"/>
          </p:cNvSpPr>
          <p:nvPr>
            <p:ph type="sldNum" sz="quarter" idx="12"/>
          </p:nvPr>
        </p:nvSpPr>
        <p:spPr/>
        <p:txBody>
          <a:bodyPr/>
          <a:lstStyle/>
          <a:p>
            <a:fld id="{D23FE6AF-7EC0-4502-9F71-820950EA8DB2}" type="slidenum">
              <a:rPr lang="en-CA" smtClean="0"/>
              <a:t>15</a:t>
            </a:fld>
            <a:endParaRPr lang="en-CA"/>
          </a:p>
        </p:txBody>
      </p:sp>
    </p:spTree>
    <p:extLst>
      <p:ext uri="{BB962C8B-B14F-4D97-AF65-F5344CB8AC3E}">
        <p14:creationId xmlns:p14="http://schemas.microsoft.com/office/powerpoint/2010/main" val="814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F5066-272B-CA75-DE17-340B02A5ABC9}"/>
              </a:ext>
            </a:extLst>
          </p:cNvPr>
          <p:cNvSpPr>
            <a:spLocks noGrp="1"/>
          </p:cNvSpPr>
          <p:nvPr>
            <p:ph type="title"/>
          </p:nvPr>
        </p:nvSpPr>
        <p:spPr/>
        <p:txBody>
          <a:bodyPr/>
          <a:lstStyle/>
          <a:p>
            <a:r>
              <a:rPr lang="en-CA" dirty="0"/>
              <a:t>Sidenote: “Super-CISC” Architectures</a:t>
            </a:r>
          </a:p>
        </p:txBody>
      </p:sp>
      <p:pic>
        <p:nvPicPr>
          <p:cNvPr id="1026" name="Picture 2">
            <a:extLst>
              <a:ext uri="{FF2B5EF4-FFF2-40B4-BE49-F238E27FC236}">
                <a16:creationId xmlns:a16="http://schemas.microsoft.com/office/drawing/2014/main" id="{36D66B33-3CCD-44F9-CF5C-BDEC6234BC8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31692" y="1405798"/>
            <a:ext cx="3250541" cy="19799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44DAAB4-8060-EE84-8870-36E0EFE35AC7}"/>
              </a:ext>
            </a:extLst>
          </p:cNvPr>
          <p:cNvSpPr txBox="1"/>
          <p:nvPr/>
        </p:nvSpPr>
        <p:spPr>
          <a:xfrm>
            <a:off x="1131692" y="3385751"/>
            <a:ext cx="6094970" cy="369332"/>
          </a:xfrm>
          <a:prstGeom prst="rect">
            <a:avLst/>
          </a:prstGeom>
          <a:noFill/>
        </p:spPr>
        <p:txBody>
          <a:bodyPr wrap="square">
            <a:spAutoFit/>
          </a:bodyPr>
          <a:lstStyle/>
          <a:p>
            <a:r>
              <a:rPr lang="en-US" b="0" i="1" dirty="0">
                <a:solidFill>
                  <a:srgbClr val="868787"/>
                </a:solidFill>
                <a:effectLst/>
                <a:latin typeface="Spectral"/>
              </a:rPr>
              <a:t>iAPX432 Board</a:t>
            </a:r>
            <a:r>
              <a:rPr lang="en-US" b="0" i="0" dirty="0">
                <a:solidFill>
                  <a:srgbClr val="868787"/>
                </a:solidFill>
                <a:effectLst/>
                <a:latin typeface="Spectral"/>
              </a:rPr>
              <a:t> brouhaha_, CC BY-SA 2.0</a:t>
            </a:r>
            <a:endParaRPr lang="en-CA" dirty="0"/>
          </a:p>
        </p:txBody>
      </p:sp>
      <p:sp>
        <p:nvSpPr>
          <p:cNvPr id="7" name="TextBox 6">
            <a:extLst>
              <a:ext uri="{FF2B5EF4-FFF2-40B4-BE49-F238E27FC236}">
                <a16:creationId xmlns:a16="http://schemas.microsoft.com/office/drawing/2014/main" id="{5864FFB5-65C8-FCC0-92BC-80C591A484B5}"/>
              </a:ext>
            </a:extLst>
          </p:cNvPr>
          <p:cNvSpPr txBox="1"/>
          <p:nvPr/>
        </p:nvSpPr>
        <p:spPr>
          <a:xfrm>
            <a:off x="1391678" y="6338664"/>
            <a:ext cx="10606731" cy="369332"/>
          </a:xfrm>
          <a:prstGeom prst="rect">
            <a:avLst/>
          </a:prstGeom>
          <a:noFill/>
        </p:spPr>
        <p:txBody>
          <a:bodyPr wrap="square">
            <a:spAutoFit/>
          </a:bodyPr>
          <a:lstStyle/>
          <a:p>
            <a:r>
              <a:rPr lang="en-CA" dirty="0">
                <a:hlinkClick r:id="rId3"/>
              </a:rPr>
              <a:t>https://thechipletter.substack.com/p/iapx432-gordon-moore-risk-and-intels</a:t>
            </a:r>
            <a:r>
              <a:rPr lang="en-CA" dirty="0"/>
              <a:t> </a:t>
            </a:r>
          </a:p>
        </p:txBody>
      </p:sp>
      <p:pic>
        <p:nvPicPr>
          <p:cNvPr id="1028" name="Picture 4">
            <a:extLst>
              <a:ext uri="{FF2B5EF4-FFF2-40B4-BE49-F238E27FC236}">
                <a16:creationId xmlns:a16="http://schemas.microsoft.com/office/drawing/2014/main" id="{03E3AC31-F33E-024C-FECC-3329C7AB7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2894" y="1301886"/>
            <a:ext cx="3433464" cy="27943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6C282C1-4F99-1A32-3DF8-60951F8AA0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4116" y="3570417"/>
            <a:ext cx="4158778" cy="2768247"/>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a:extLst>
              <a:ext uri="{FF2B5EF4-FFF2-40B4-BE49-F238E27FC236}">
                <a16:creationId xmlns:a16="http://schemas.microsoft.com/office/drawing/2014/main" id="{590197D6-B2A1-CB32-D7D4-2470B960C2BD}"/>
              </a:ext>
            </a:extLst>
          </p:cNvPr>
          <p:cNvSpPr>
            <a:spLocks noGrp="1"/>
          </p:cNvSpPr>
          <p:nvPr>
            <p:ph type="dt" sz="half" idx="10"/>
          </p:nvPr>
        </p:nvSpPr>
        <p:spPr/>
        <p:txBody>
          <a:bodyPr/>
          <a:lstStyle/>
          <a:p>
            <a:fld id="{7F7ADCFD-C1C4-4411-8C3C-D2F53816F7DC}" type="datetime1">
              <a:rPr lang="en-CA" smtClean="0"/>
              <a:t>2026-03-14</a:t>
            </a:fld>
            <a:endParaRPr lang="en-CA"/>
          </a:p>
        </p:txBody>
      </p:sp>
      <p:sp>
        <p:nvSpPr>
          <p:cNvPr id="9" name="Footer Placeholder 8">
            <a:extLst>
              <a:ext uri="{FF2B5EF4-FFF2-40B4-BE49-F238E27FC236}">
                <a16:creationId xmlns:a16="http://schemas.microsoft.com/office/drawing/2014/main" id="{7122953B-3AF5-D682-36C5-0C3C6849F0AB}"/>
              </a:ext>
            </a:extLst>
          </p:cNvPr>
          <p:cNvSpPr>
            <a:spLocks noGrp="1"/>
          </p:cNvSpPr>
          <p:nvPr>
            <p:ph type="ftr" sz="quarter" idx="11"/>
          </p:nvPr>
        </p:nvSpPr>
        <p:spPr/>
        <p:txBody>
          <a:bodyPr/>
          <a:lstStyle/>
          <a:p>
            <a:r>
              <a:rPr lang="en-US"/>
              <a:t>ECED3403 Computer Architecture. Colin O'Flynn.</a:t>
            </a:r>
            <a:endParaRPr lang="en-CA"/>
          </a:p>
        </p:txBody>
      </p:sp>
      <p:sp>
        <p:nvSpPr>
          <p:cNvPr id="10" name="Slide Number Placeholder 9">
            <a:extLst>
              <a:ext uri="{FF2B5EF4-FFF2-40B4-BE49-F238E27FC236}">
                <a16:creationId xmlns:a16="http://schemas.microsoft.com/office/drawing/2014/main" id="{91426EDF-93DF-7015-5232-14FA080C5287}"/>
              </a:ext>
            </a:extLst>
          </p:cNvPr>
          <p:cNvSpPr>
            <a:spLocks noGrp="1"/>
          </p:cNvSpPr>
          <p:nvPr>
            <p:ph type="sldNum" sz="quarter" idx="12"/>
          </p:nvPr>
        </p:nvSpPr>
        <p:spPr/>
        <p:txBody>
          <a:bodyPr/>
          <a:lstStyle/>
          <a:p>
            <a:fld id="{D23FE6AF-7EC0-4502-9F71-820950EA8DB2}" type="slidenum">
              <a:rPr lang="en-CA" smtClean="0"/>
              <a:t>16</a:t>
            </a:fld>
            <a:endParaRPr lang="en-CA"/>
          </a:p>
        </p:txBody>
      </p:sp>
    </p:spTree>
    <p:extLst>
      <p:ext uri="{BB962C8B-B14F-4D97-AF65-F5344CB8AC3E}">
        <p14:creationId xmlns:p14="http://schemas.microsoft.com/office/powerpoint/2010/main" val="2361084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B1C03-A475-C5B6-F079-6D9980812A5C}"/>
              </a:ext>
            </a:extLst>
          </p:cNvPr>
          <p:cNvSpPr>
            <a:spLocks noGrp="1"/>
          </p:cNvSpPr>
          <p:nvPr>
            <p:ph type="title"/>
          </p:nvPr>
        </p:nvSpPr>
        <p:spPr/>
        <p:txBody>
          <a:bodyPr/>
          <a:lstStyle/>
          <a:p>
            <a:r>
              <a:rPr lang="en-CA"/>
              <a:t>Registers &amp; Memory</a:t>
            </a:r>
            <a:endParaRPr lang="en-CA" dirty="0"/>
          </a:p>
        </p:txBody>
      </p:sp>
      <p:pic>
        <p:nvPicPr>
          <p:cNvPr id="4" name="Content Placeholder 11">
            <a:extLst>
              <a:ext uri="{FF2B5EF4-FFF2-40B4-BE49-F238E27FC236}">
                <a16:creationId xmlns:a16="http://schemas.microsoft.com/office/drawing/2014/main" id="{43F954FB-D070-94F4-CE20-3737C22F09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53497" y="1690688"/>
            <a:ext cx="8541341" cy="4866056"/>
          </a:xfrm>
          <a:prstGeom prst="rect">
            <a:avLst/>
          </a:prstGeom>
        </p:spPr>
      </p:pic>
      <p:sp>
        <p:nvSpPr>
          <p:cNvPr id="5" name="Rectangle 4">
            <a:extLst>
              <a:ext uri="{FF2B5EF4-FFF2-40B4-BE49-F238E27FC236}">
                <a16:creationId xmlns:a16="http://schemas.microsoft.com/office/drawing/2014/main" id="{03FC59BA-70FA-4577-AA02-AACC1254054D}"/>
              </a:ext>
            </a:extLst>
          </p:cNvPr>
          <p:cNvSpPr/>
          <p:nvPr/>
        </p:nvSpPr>
        <p:spPr>
          <a:xfrm>
            <a:off x="8321749" y="2601433"/>
            <a:ext cx="1963479" cy="21973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5">
            <a:extLst>
              <a:ext uri="{FF2B5EF4-FFF2-40B4-BE49-F238E27FC236}">
                <a16:creationId xmlns:a16="http://schemas.microsoft.com/office/drawing/2014/main" id="{5EA3E97D-21F0-FD76-D54D-3FB675B19CC5}"/>
              </a:ext>
            </a:extLst>
          </p:cNvPr>
          <p:cNvSpPr/>
          <p:nvPr/>
        </p:nvSpPr>
        <p:spPr>
          <a:xfrm>
            <a:off x="5700058" y="2330302"/>
            <a:ext cx="1232084" cy="219739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Date Placeholder 6">
            <a:extLst>
              <a:ext uri="{FF2B5EF4-FFF2-40B4-BE49-F238E27FC236}">
                <a16:creationId xmlns:a16="http://schemas.microsoft.com/office/drawing/2014/main" id="{9F2CD826-DD48-D2FB-3E44-C2A873EADF52}"/>
              </a:ext>
            </a:extLst>
          </p:cNvPr>
          <p:cNvSpPr>
            <a:spLocks noGrp="1"/>
          </p:cNvSpPr>
          <p:nvPr>
            <p:ph type="dt" sz="half" idx="10"/>
          </p:nvPr>
        </p:nvSpPr>
        <p:spPr/>
        <p:txBody>
          <a:bodyPr/>
          <a:lstStyle/>
          <a:p>
            <a:fld id="{F079CC08-130C-4C0D-AFD4-D42D7A1A8F93}" type="datetime1">
              <a:rPr lang="en-CA" smtClean="0"/>
              <a:t>2026-03-14</a:t>
            </a:fld>
            <a:endParaRPr lang="en-CA"/>
          </a:p>
        </p:txBody>
      </p:sp>
      <p:sp>
        <p:nvSpPr>
          <p:cNvPr id="8" name="Footer Placeholder 7">
            <a:extLst>
              <a:ext uri="{FF2B5EF4-FFF2-40B4-BE49-F238E27FC236}">
                <a16:creationId xmlns:a16="http://schemas.microsoft.com/office/drawing/2014/main" id="{A74CE577-B783-F35F-81EF-42BD4B2B8758}"/>
              </a:ext>
            </a:extLst>
          </p:cNvPr>
          <p:cNvSpPr>
            <a:spLocks noGrp="1"/>
          </p:cNvSpPr>
          <p:nvPr>
            <p:ph type="ftr" sz="quarter" idx="11"/>
          </p:nvPr>
        </p:nvSpPr>
        <p:spPr/>
        <p:txBody>
          <a:bodyPr/>
          <a:lstStyle/>
          <a:p>
            <a:r>
              <a:rPr lang="en-US"/>
              <a:t>ECED3403 Computer Architecture. Colin O'Flynn.</a:t>
            </a:r>
            <a:endParaRPr lang="en-CA"/>
          </a:p>
        </p:txBody>
      </p:sp>
      <p:sp>
        <p:nvSpPr>
          <p:cNvPr id="10" name="Slide Number Placeholder 9">
            <a:extLst>
              <a:ext uri="{FF2B5EF4-FFF2-40B4-BE49-F238E27FC236}">
                <a16:creationId xmlns:a16="http://schemas.microsoft.com/office/drawing/2014/main" id="{E708E803-A3B2-00E8-3BE2-B2185453CCE0}"/>
              </a:ext>
            </a:extLst>
          </p:cNvPr>
          <p:cNvSpPr>
            <a:spLocks noGrp="1"/>
          </p:cNvSpPr>
          <p:nvPr>
            <p:ph type="sldNum" sz="quarter" idx="12"/>
          </p:nvPr>
        </p:nvSpPr>
        <p:spPr/>
        <p:txBody>
          <a:bodyPr/>
          <a:lstStyle/>
          <a:p>
            <a:fld id="{D23FE6AF-7EC0-4502-9F71-820950EA8DB2}" type="slidenum">
              <a:rPr lang="en-CA" smtClean="0"/>
              <a:t>17</a:t>
            </a:fld>
            <a:endParaRPr lang="en-CA"/>
          </a:p>
        </p:txBody>
      </p:sp>
    </p:spTree>
    <p:extLst>
      <p:ext uri="{BB962C8B-B14F-4D97-AF65-F5344CB8AC3E}">
        <p14:creationId xmlns:p14="http://schemas.microsoft.com/office/powerpoint/2010/main" val="1705404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5640-6E76-23DA-D661-9A85E2665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EE50E-FDA8-54C8-49F0-5B657BF2B8C2}"/>
              </a:ext>
            </a:extLst>
          </p:cNvPr>
          <p:cNvSpPr>
            <a:spLocks noGrp="1"/>
          </p:cNvSpPr>
          <p:nvPr>
            <p:ph type="title"/>
          </p:nvPr>
        </p:nvSpPr>
        <p:spPr/>
        <p:txBody>
          <a:bodyPr/>
          <a:lstStyle/>
          <a:p>
            <a:r>
              <a:rPr lang="en-CA" dirty="0"/>
              <a:t>Register-Memory Architecture</a:t>
            </a:r>
          </a:p>
        </p:txBody>
      </p:sp>
      <p:sp>
        <p:nvSpPr>
          <p:cNvPr id="3" name="Content Placeholder 2">
            <a:extLst>
              <a:ext uri="{FF2B5EF4-FFF2-40B4-BE49-F238E27FC236}">
                <a16:creationId xmlns:a16="http://schemas.microsoft.com/office/drawing/2014/main" id="{A484B44C-A17E-A7DF-897D-9992A345504A}"/>
              </a:ext>
            </a:extLst>
          </p:cNvPr>
          <p:cNvSpPr>
            <a:spLocks noGrp="1"/>
          </p:cNvSpPr>
          <p:nvPr>
            <p:ph idx="1"/>
          </p:nvPr>
        </p:nvSpPr>
        <p:spPr>
          <a:xfrm>
            <a:off x="838200" y="1627917"/>
            <a:ext cx="10515600" cy="4351338"/>
          </a:xfrm>
        </p:spPr>
        <p:txBody>
          <a:bodyPr/>
          <a:lstStyle/>
          <a:p>
            <a:r>
              <a:rPr lang="en-CA" dirty="0"/>
              <a:t>One of the operations of ALU instructions </a:t>
            </a:r>
            <a:r>
              <a:rPr lang="en-CA" i="1" dirty="0"/>
              <a:t>may</a:t>
            </a:r>
            <a:r>
              <a:rPr lang="en-CA" dirty="0"/>
              <a:t> be in memory</a:t>
            </a:r>
          </a:p>
          <a:p>
            <a:r>
              <a:rPr lang="en-CA" dirty="0"/>
              <a:t>Normal in CISC ISA, e.g., x86:</a:t>
            </a:r>
          </a:p>
        </p:txBody>
      </p:sp>
      <p:sp>
        <p:nvSpPr>
          <p:cNvPr id="4" name="Date Placeholder 3">
            <a:extLst>
              <a:ext uri="{FF2B5EF4-FFF2-40B4-BE49-F238E27FC236}">
                <a16:creationId xmlns:a16="http://schemas.microsoft.com/office/drawing/2014/main" id="{9ECEE80C-912B-4C4A-2131-78A0BA44610E}"/>
              </a:ext>
            </a:extLst>
          </p:cNvPr>
          <p:cNvSpPr>
            <a:spLocks noGrp="1"/>
          </p:cNvSpPr>
          <p:nvPr>
            <p:ph type="dt" sz="half" idx="10"/>
          </p:nvPr>
        </p:nvSpPr>
        <p:spPr/>
        <p:txBody>
          <a:bodyPr/>
          <a:lstStyle/>
          <a:p>
            <a:fld id="{549C18FE-0E06-4999-9313-8B22BF995E83}" type="datetime1">
              <a:rPr lang="en-CA" smtClean="0"/>
              <a:t>2026-03-14</a:t>
            </a:fld>
            <a:endParaRPr lang="en-CA"/>
          </a:p>
        </p:txBody>
      </p:sp>
      <p:sp>
        <p:nvSpPr>
          <p:cNvPr id="5" name="Footer Placeholder 4">
            <a:extLst>
              <a:ext uri="{FF2B5EF4-FFF2-40B4-BE49-F238E27FC236}">
                <a16:creationId xmlns:a16="http://schemas.microsoft.com/office/drawing/2014/main" id="{B8207B47-5029-D52E-640B-1D3174B8CD17}"/>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AC727598-4624-4C15-268D-21B44B49720C}"/>
              </a:ext>
            </a:extLst>
          </p:cNvPr>
          <p:cNvSpPr>
            <a:spLocks noGrp="1"/>
          </p:cNvSpPr>
          <p:nvPr>
            <p:ph type="sldNum" sz="quarter" idx="12"/>
          </p:nvPr>
        </p:nvSpPr>
        <p:spPr/>
        <p:txBody>
          <a:bodyPr/>
          <a:lstStyle/>
          <a:p>
            <a:fld id="{D23FE6AF-7EC0-4502-9F71-820950EA8DB2}" type="slidenum">
              <a:rPr lang="en-CA" smtClean="0"/>
              <a:t>18</a:t>
            </a:fld>
            <a:endParaRPr lang="en-CA"/>
          </a:p>
        </p:txBody>
      </p:sp>
      <p:graphicFrame>
        <p:nvGraphicFramePr>
          <p:cNvPr id="7" name="Table 6">
            <a:extLst>
              <a:ext uri="{FF2B5EF4-FFF2-40B4-BE49-F238E27FC236}">
                <a16:creationId xmlns:a16="http://schemas.microsoft.com/office/drawing/2014/main" id="{26A077B9-1F7B-7323-0122-13827C603866}"/>
              </a:ext>
            </a:extLst>
          </p:cNvPr>
          <p:cNvGraphicFramePr>
            <a:graphicFrameLocks noGrp="1"/>
          </p:cNvGraphicFramePr>
          <p:nvPr>
            <p:extLst>
              <p:ext uri="{D42A27DB-BD31-4B8C-83A1-F6EECF244321}">
                <p14:modId xmlns:p14="http://schemas.microsoft.com/office/powerpoint/2010/main" val="1120817410"/>
              </p:ext>
            </p:extLst>
          </p:nvPr>
        </p:nvGraphicFramePr>
        <p:xfrm>
          <a:off x="1210275" y="2870883"/>
          <a:ext cx="9941697" cy="3296920"/>
        </p:xfrm>
        <a:graphic>
          <a:graphicData uri="http://schemas.openxmlformats.org/drawingml/2006/table">
            <a:tbl>
              <a:tblPr firstRow="1" bandRow="1">
                <a:tableStyleId>{5C22544A-7EE6-4342-B048-85BDC9FD1C3A}</a:tableStyleId>
              </a:tblPr>
              <a:tblGrid>
                <a:gridCol w="3313899">
                  <a:extLst>
                    <a:ext uri="{9D8B030D-6E8A-4147-A177-3AD203B41FA5}">
                      <a16:colId xmlns:a16="http://schemas.microsoft.com/office/drawing/2014/main" val="3684244986"/>
                    </a:ext>
                  </a:extLst>
                </a:gridCol>
                <a:gridCol w="3313899">
                  <a:extLst>
                    <a:ext uri="{9D8B030D-6E8A-4147-A177-3AD203B41FA5}">
                      <a16:colId xmlns:a16="http://schemas.microsoft.com/office/drawing/2014/main" val="3938808765"/>
                    </a:ext>
                  </a:extLst>
                </a:gridCol>
                <a:gridCol w="3313899">
                  <a:extLst>
                    <a:ext uri="{9D8B030D-6E8A-4147-A177-3AD203B41FA5}">
                      <a16:colId xmlns:a16="http://schemas.microsoft.com/office/drawing/2014/main" val="3437356266"/>
                    </a:ext>
                  </a:extLst>
                </a:gridCol>
              </a:tblGrid>
              <a:tr h="370840">
                <a:tc>
                  <a:txBody>
                    <a:bodyPr/>
                    <a:lstStyle/>
                    <a:p>
                      <a:r>
                        <a:rPr lang="en-CA" dirty="0"/>
                        <a:t>Instruction</a:t>
                      </a:r>
                    </a:p>
                  </a:txBody>
                  <a:tcPr/>
                </a:tc>
                <a:tc>
                  <a:txBody>
                    <a:bodyPr/>
                    <a:lstStyle/>
                    <a:p>
                      <a:r>
                        <a:rPr lang="en-CA" dirty="0"/>
                        <a:t>Description</a:t>
                      </a:r>
                    </a:p>
                  </a:txBody>
                  <a:tcPr/>
                </a:tc>
                <a:tc>
                  <a:txBody>
                    <a:bodyPr/>
                    <a:lstStyle/>
                    <a:p>
                      <a:r>
                        <a:rPr lang="en-CA" dirty="0"/>
                        <a:t>Pseudocode</a:t>
                      </a:r>
                    </a:p>
                  </a:txBody>
                  <a:tcPr/>
                </a:tc>
                <a:extLst>
                  <a:ext uri="{0D108BD9-81ED-4DB2-BD59-A6C34878D82A}">
                    <a16:rowId xmlns:a16="http://schemas.microsoft.com/office/drawing/2014/main" val="181469048"/>
                  </a:ext>
                </a:extLst>
              </a:tr>
              <a:tr h="370840">
                <a:tc>
                  <a:txBody>
                    <a:bodyPr/>
                    <a:lstStyle/>
                    <a:p>
                      <a:r>
                        <a:rPr lang="en-CA" sz="1800" b="0" i="0" kern="1200" dirty="0">
                          <a:solidFill>
                            <a:schemeClr val="dk1"/>
                          </a:solidFill>
                          <a:effectLst/>
                          <a:latin typeface="Courier"/>
                          <a:ea typeface="+mn-ea"/>
                          <a:cs typeface="+mn-cs"/>
                        </a:rPr>
                        <a:t>ADD </a:t>
                      </a:r>
                      <a:r>
                        <a:rPr lang="en-CA" sz="1800" b="0" i="0" kern="1200" dirty="0" err="1">
                          <a:solidFill>
                            <a:schemeClr val="dk1"/>
                          </a:solidFill>
                          <a:effectLst/>
                          <a:latin typeface="Courier"/>
                          <a:ea typeface="+mn-ea"/>
                          <a:cs typeface="+mn-cs"/>
                        </a:rPr>
                        <a:t>eax</a:t>
                      </a:r>
                      <a:r>
                        <a:rPr lang="en-CA" sz="1800" b="0" i="0" kern="1200" dirty="0">
                          <a:solidFill>
                            <a:schemeClr val="dk1"/>
                          </a:solidFill>
                          <a:effectLst/>
                          <a:latin typeface="Courier"/>
                          <a:ea typeface="+mn-ea"/>
                          <a:cs typeface="+mn-cs"/>
                        </a:rPr>
                        <a:t>, [</a:t>
                      </a:r>
                      <a:r>
                        <a:rPr lang="en-CA" sz="1800" b="0" i="0" kern="1200" dirty="0" err="1">
                          <a:solidFill>
                            <a:schemeClr val="dk1"/>
                          </a:solidFill>
                          <a:effectLst/>
                          <a:latin typeface="Courier"/>
                          <a:ea typeface="+mn-ea"/>
                          <a:cs typeface="+mn-cs"/>
                        </a:rPr>
                        <a:t>memory_var</a:t>
                      </a:r>
                      <a:r>
                        <a:rPr lang="en-CA" sz="1800" b="0" i="0" kern="1200" dirty="0">
                          <a:solidFill>
                            <a:schemeClr val="dk1"/>
                          </a:solidFill>
                          <a:effectLst/>
                          <a:latin typeface="Courier"/>
                          <a:ea typeface="+mn-ea"/>
                          <a:cs typeface="+mn-cs"/>
                        </a:rPr>
                        <a:t>]</a:t>
                      </a:r>
                      <a:endParaRPr lang="en-CA" dirty="0">
                        <a:latin typeface="Courier"/>
                      </a:endParaRPr>
                    </a:p>
                  </a:txBody>
                  <a:tcPr/>
                </a:tc>
                <a:tc>
                  <a:txBody>
                    <a:bodyPr/>
                    <a:lstStyle/>
                    <a:p>
                      <a:r>
                        <a:rPr lang="en-CA" dirty="0"/>
                        <a:t>A</a:t>
                      </a:r>
                      <a:r>
                        <a:rPr lang="en-US" sz="1800" b="0" i="0" kern="1200" dirty="0" err="1">
                          <a:solidFill>
                            <a:schemeClr val="dk1"/>
                          </a:solidFill>
                          <a:effectLst/>
                          <a:latin typeface="+mn-lt"/>
                          <a:ea typeface="+mn-ea"/>
                          <a:cs typeface="+mn-cs"/>
                        </a:rPr>
                        <a:t>dds</a:t>
                      </a:r>
                      <a:r>
                        <a:rPr lang="en-US" sz="1800" b="0" i="0" kern="1200" dirty="0">
                          <a:solidFill>
                            <a:schemeClr val="dk1"/>
                          </a:solidFill>
                          <a:effectLst/>
                          <a:latin typeface="+mn-lt"/>
                          <a:ea typeface="+mn-ea"/>
                          <a:cs typeface="+mn-cs"/>
                        </a:rPr>
                        <a:t> the 32-bit value stored at the memory address </a:t>
                      </a:r>
                      <a:r>
                        <a:rPr lang="en-US" sz="1800" b="0" i="0" kern="1200" dirty="0" err="1">
                          <a:solidFill>
                            <a:schemeClr val="dk1"/>
                          </a:solidFill>
                          <a:effectLst/>
                          <a:latin typeface="+mn-lt"/>
                          <a:ea typeface="+mn-ea"/>
                          <a:cs typeface="+mn-cs"/>
                        </a:rPr>
                        <a:t>memory_var</a:t>
                      </a:r>
                      <a:r>
                        <a:rPr lang="en-US" sz="1800" b="0" i="0" kern="1200" dirty="0">
                          <a:solidFill>
                            <a:schemeClr val="dk1"/>
                          </a:solidFill>
                          <a:effectLst/>
                          <a:latin typeface="+mn-lt"/>
                          <a:ea typeface="+mn-ea"/>
                          <a:cs typeface="+mn-cs"/>
                        </a:rPr>
                        <a:t> to the EAX register. The result is stored in EAX.</a:t>
                      </a:r>
                      <a:endParaRPr lang="en-CA" dirty="0"/>
                    </a:p>
                  </a:txBody>
                  <a:tcPr/>
                </a:tc>
                <a:tc>
                  <a:txBody>
                    <a:bodyPr/>
                    <a:lstStyle/>
                    <a:p>
                      <a:r>
                        <a:rPr lang="en-US" sz="1800" b="0" i="0" kern="1200" dirty="0">
                          <a:solidFill>
                            <a:schemeClr val="dk1"/>
                          </a:solidFill>
                          <a:effectLst/>
                          <a:latin typeface="+mn-lt"/>
                          <a:ea typeface="+mn-ea"/>
                          <a:cs typeface="+mn-cs"/>
                        </a:rPr>
                        <a:t>EAX = EAX + *(int*)</a:t>
                      </a:r>
                      <a:r>
                        <a:rPr lang="en-US" sz="1800" b="0" i="0" kern="1200" dirty="0" err="1">
                          <a:solidFill>
                            <a:schemeClr val="dk1"/>
                          </a:solidFill>
                          <a:effectLst/>
                          <a:latin typeface="+mn-lt"/>
                          <a:ea typeface="+mn-ea"/>
                          <a:cs typeface="+mn-cs"/>
                        </a:rPr>
                        <a:t>memory_var</a:t>
                      </a:r>
                      <a:endParaRPr lang="en-CA" dirty="0"/>
                    </a:p>
                  </a:txBody>
                  <a:tcPr/>
                </a:tc>
                <a:extLst>
                  <a:ext uri="{0D108BD9-81ED-4DB2-BD59-A6C34878D82A}">
                    <a16:rowId xmlns:a16="http://schemas.microsoft.com/office/drawing/2014/main" val="2302500016"/>
                  </a:ext>
                </a:extLst>
              </a:tr>
              <a:tr h="370840">
                <a:tc>
                  <a:txBody>
                    <a:bodyPr/>
                    <a:lstStyle/>
                    <a:p>
                      <a:r>
                        <a:rPr lang="en-CA" sz="1800" b="0" i="0" kern="1200" dirty="0">
                          <a:solidFill>
                            <a:schemeClr val="dk1"/>
                          </a:solidFill>
                          <a:effectLst/>
                          <a:latin typeface="Courier"/>
                          <a:ea typeface="+mn-ea"/>
                          <a:cs typeface="+mn-cs"/>
                        </a:rPr>
                        <a:t>IMUL </a:t>
                      </a:r>
                      <a:r>
                        <a:rPr lang="en-CA" sz="1800" b="0" i="0" kern="1200" dirty="0" err="1">
                          <a:solidFill>
                            <a:schemeClr val="dk1"/>
                          </a:solidFill>
                          <a:effectLst/>
                          <a:latin typeface="Courier"/>
                          <a:ea typeface="+mn-ea"/>
                          <a:cs typeface="+mn-cs"/>
                        </a:rPr>
                        <a:t>eax</a:t>
                      </a:r>
                      <a:r>
                        <a:rPr lang="en-CA" sz="1800" b="0" i="0" kern="1200" dirty="0">
                          <a:solidFill>
                            <a:schemeClr val="dk1"/>
                          </a:solidFill>
                          <a:effectLst/>
                          <a:latin typeface="Courier"/>
                          <a:ea typeface="+mn-ea"/>
                          <a:cs typeface="+mn-cs"/>
                        </a:rPr>
                        <a:t>, [</a:t>
                      </a:r>
                      <a:r>
                        <a:rPr lang="en-CA" sz="1800" b="0" i="0" kern="1200" dirty="0" err="1">
                          <a:solidFill>
                            <a:schemeClr val="dk1"/>
                          </a:solidFill>
                          <a:effectLst/>
                          <a:latin typeface="Courier"/>
                          <a:ea typeface="+mn-ea"/>
                          <a:cs typeface="+mn-cs"/>
                        </a:rPr>
                        <a:t>ebx</a:t>
                      </a:r>
                      <a:r>
                        <a:rPr lang="en-CA" sz="1800" b="0" i="0" kern="1200" dirty="0">
                          <a:solidFill>
                            <a:schemeClr val="dk1"/>
                          </a:solidFill>
                          <a:effectLst/>
                          <a:latin typeface="Courier"/>
                          <a:ea typeface="+mn-ea"/>
                          <a:cs typeface="+mn-cs"/>
                        </a:rPr>
                        <a:t> + 4]</a:t>
                      </a:r>
                      <a:endParaRPr lang="en-CA" dirty="0">
                        <a:latin typeface="Courier"/>
                      </a:endParaRPr>
                    </a:p>
                  </a:txBody>
                  <a:tcPr/>
                </a:tc>
                <a:tc>
                  <a:txBody>
                    <a:bodyPr/>
                    <a:lstStyle/>
                    <a:p>
                      <a:r>
                        <a:rPr lang="en-US" sz="1800" b="0" i="0" kern="1200" dirty="0">
                          <a:solidFill>
                            <a:schemeClr val="dk1"/>
                          </a:solidFill>
                          <a:effectLst/>
                          <a:latin typeface="+mn-lt"/>
                          <a:ea typeface="+mn-ea"/>
                          <a:cs typeface="+mn-cs"/>
                        </a:rPr>
                        <a:t>Fetches a 32-bit value from memory at the address </a:t>
                      </a:r>
                      <a:r>
                        <a:rPr lang="en-US" sz="1800" b="0" i="0" kern="1200" dirty="0" err="1">
                          <a:solidFill>
                            <a:schemeClr val="dk1"/>
                          </a:solidFill>
                          <a:effectLst/>
                          <a:latin typeface="+mn-lt"/>
                          <a:ea typeface="+mn-ea"/>
                          <a:cs typeface="+mn-cs"/>
                        </a:rPr>
                        <a:t>ebx</a:t>
                      </a:r>
                      <a:r>
                        <a:rPr lang="en-US" sz="1800" b="0" i="0" kern="1200" dirty="0">
                          <a:solidFill>
                            <a:schemeClr val="dk1"/>
                          </a:solidFill>
                          <a:effectLst/>
                          <a:latin typeface="+mn-lt"/>
                          <a:ea typeface="+mn-ea"/>
                          <a:cs typeface="+mn-cs"/>
                        </a:rPr>
                        <a:t> + 4 and multiplies it by the value in </a:t>
                      </a:r>
                      <a:r>
                        <a:rPr lang="en-US" sz="1800" b="0" i="0" kern="1200" dirty="0" err="1">
                          <a:solidFill>
                            <a:schemeClr val="dk1"/>
                          </a:solidFill>
                          <a:effectLst/>
                          <a:latin typeface="+mn-lt"/>
                          <a:ea typeface="+mn-ea"/>
                          <a:cs typeface="+mn-cs"/>
                        </a:rPr>
                        <a:t>eax</a:t>
                      </a:r>
                      <a:r>
                        <a:rPr lang="en-US" sz="1800" b="0" i="0" kern="1200" dirty="0">
                          <a:solidFill>
                            <a:schemeClr val="dk1"/>
                          </a:solidFill>
                          <a:effectLst/>
                          <a:latin typeface="+mn-lt"/>
                          <a:ea typeface="+mn-ea"/>
                          <a:cs typeface="+mn-cs"/>
                        </a:rPr>
                        <a:t>, storing the result back in </a:t>
                      </a:r>
                      <a:r>
                        <a:rPr lang="en-US" sz="1800" b="0" i="0" kern="1200" dirty="0" err="1">
                          <a:solidFill>
                            <a:schemeClr val="dk1"/>
                          </a:solidFill>
                          <a:effectLst/>
                          <a:latin typeface="+mn-lt"/>
                          <a:ea typeface="+mn-ea"/>
                          <a:cs typeface="+mn-cs"/>
                        </a:rPr>
                        <a:t>eax</a:t>
                      </a:r>
                      <a:r>
                        <a:rPr lang="en-US" sz="1800" b="0" i="0" kern="1200" dirty="0">
                          <a:solidFill>
                            <a:schemeClr val="dk1"/>
                          </a:solidFill>
                          <a:effectLst/>
                          <a:latin typeface="+mn-lt"/>
                          <a:ea typeface="+mn-ea"/>
                          <a:cs typeface="+mn-cs"/>
                        </a:rPr>
                        <a:t>.</a:t>
                      </a:r>
                      <a:endParaRPr lang="en-CA" dirty="0"/>
                    </a:p>
                  </a:txBody>
                  <a:tcPr/>
                </a:tc>
                <a:tc>
                  <a:txBody>
                    <a:bodyPr/>
                    <a:lstStyle/>
                    <a:p>
                      <a:r>
                        <a:rPr lang="en-CA" dirty="0"/>
                        <a:t>EAX = *(int*)(EBX+4) x EAX</a:t>
                      </a:r>
                    </a:p>
                  </a:txBody>
                  <a:tcPr/>
                </a:tc>
                <a:extLst>
                  <a:ext uri="{0D108BD9-81ED-4DB2-BD59-A6C34878D82A}">
                    <a16:rowId xmlns:a16="http://schemas.microsoft.com/office/drawing/2014/main" val="2580531249"/>
                  </a:ext>
                </a:extLst>
              </a:tr>
            </a:tbl>
          </a:graphicData>
        </a:graphic>
      </p:graphicFrame>
    </p:spTree>
    <p:extLst>
      <p:ext uri="{BB962C8B-B14F-4D97-AF65-F5344CB8AC3E}">
        <p14:creationId xmlns:p14="http://schemas.microsoft.com/office/powerpoint/2010/main" val="3591370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14F38-D56F-9176-7015-655E816671F5}"/>
              </a:ext>
            </a:extLst>
          </p:cNvPr>
          <p:cNvSpPr>
            <a:spLocks noGrp="1"/>
          </p:cNvSpPr>
          <p:nvPr>
            <p:ph type="title"/>
          </p:nvPr>
        </p:nvSpPr>
        <p:spPr/>
        <p:txBody>
          <a:bodyPr/>
          <a:lstStyle/>
          <a:p>
            <a:r>
              <a:rPr lang="en-CA" dirty="0"/>
              <a:t>Load-Store Architecture</a:t>
            </a:r>
          </a:p>
        </p:txBody>
      </p:sp>
      <p:sp>
        <p:nvSpPr>
          <p:cNvPr id="3" name="Content Placeholder 2">
            <a:extLst>
              <a:ext uri="{FF2B5EF4-FFF2-40B4-BE49-F238E27FC236}">
                <a16:creationId xmlns:a16="http://schemas.microsoft.com/office/drawing/2014/main" id="{8611C014-EE05-B3D4-6137-D373BDC8C065}"/>
              </a:ext>
            </a:extLst>
          </p:cNvPr>
          <p:cNvSpPr>
            <a:spLocks noGrp="1"/>
          </p:cNvSpPr>
          <p:nvPr>
            <p:ph idx="1"/>
          </p:nvPr>
        </p:nvSpPr>
        <p:spPr/>
        <p:txBody>
          <a:bodyPr/>
          <a:lstStyle/>
          <a:p>
            <a:r>
              <a:rPr lang="en-CA" dirty="0"/>
              <a:t>Also called register-register architecture</a:t>
            </a:r>
          </a:p>
          <a:p>
            <a:r>
              <a:rPr lang="en-CA" dirty="0"/>
              <a:t>Normal in RISC ISA</a:t>
            </a:r>
          </a:p>
          <a:p>
            <a:r>
              <a:rPr lang="en-CA" dirty="0"/>
              <a:t>Special load/store instructions are the </a:t>
            </a:r>
            <a:r>
              <a:rPr lang="en-CA" u="sng" dirty="0"/>
              <a:t>only</a:t>
            </a:r>
            <a:r>
              <a:rPr lang="en-CA" dirty="0"/>
              <a:t> way to access memory</a:t>
            </a:r>
          </a:p>
          <a:p>
            <a:r>
              <a:rPr lang="en-CA" dirty="0"/>
              <a:t>E.g., Arm:</a:t>
            </a:r>
          </a:p>
        </p:txBody>
      </p:sp>
      <p:sp>
        <p:nvSpPr>
          <p:cNvPr id="4" name="Date Placeholder 3">
            <a:extLst>
              <a:ext uri="{FF2B5EF4-FFF2-40B4-BE49-F238E27FC236}">
                <a16:creationId xmlns:a16="http://schemas.microsoft.com/office/drawing/2014/main" id="{BC0EDAA3-90DF-1BDD-2E3D-48AD54B495A5}"/>
              </a:ext>
            </a:extLst>
          </p:cNvPr>
          <p:cNvSpPr>
            <a:spLocks noGrp="1"/>
          </p:cNvSpPr>
          <p:nvPr>
            <p:ph type="dt" sz="half" idx="10"/>
          </p:nvPr>
        </p:nvSpPr>
        <p:spPr/>
        <p:txBody>
          <a:bodyPr/>
          <a:lstStyle/>
          <a:p>
            <a:fld id="{E2547182-63A4-4B42-8BED-01AC9B841695}" type="datetime1">
              <a:rPr lang="en-CA" smtClean="0"/>
              <a:t>2026-03-14</a:t>
            </a:fld>
            <a:endParaRPr lang="en-CA"/>
          </a:p>
        </p:txBody>
      </p:sp>
      <p:sp>
        <p:nvSpPr>
          <p:cNvPr id="5" name="Footer Placeholder 4">
            <a:extLst>
              <a:ext uri="{FF2B5EF4-FFF2-40B4-BE49-F238E27FC236}">
                <a16:creationId xmlns:a16="http://schemas.microsoft.com/office/drawing/2014/main" id="{0466DC63-8DA3-8F50-4CD3-A7BF4FF7F9D8}"/>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313E4F24-8F1A-79AB-614F-F73FECA3F4B8}"/>
              </a:ext>
            </a:extLst>
          </p:cNvPr>
          <p:cNvSpPr>
            <a:spLocks noGrp="1"/>
          </p:cNvSpPr>
          <p:nvPr>
            <p:ph type="sldNum" sz="quarter" idx="12"/>
          </p:nvPr>
        </p:nvSpPr>
        <p:spPr/>
        <p:txBody>
          <a:bodyPr/>
          <a:lstStyle/>
          <a:p>
            <a:fld id="{D23FE6AF-7EC0-4502-9F71-820950EA8DB2}" type="slidenum">
              <a:rPr lang="en-CA" smtClean="0"/>
              <a:t>19</a:t>
            </a:fld>
            <a:endParaRPr lang="en-CA"/>
          </a:p>
        </p:txBody>
      </p:sp>
      <p:graphicFrame>
        <p:nvGraphicFramePr>
          <p:cNvPr id="7" name="Table 6">
            <a:extLst>
              <a:ext uri="{FF2B5EF4-FFF2-40B4-BE49-F238E27FC236}">
                <a16:creationId xmlns:a16="http://schemas.microsoft.com/office/drawing/2014/main" id="{8DC29FE9-27DC-50E0-C61F-94A194F2CA1B}"/>
              </a:ext>
            </a:extLst>
          </p:cNvPr>
          <p:cNvGraphicFramePr>
            <a:graphicFrameLocks noGrp="1"/>
          </p:cNvGraphicFramePr>
          <p:nvPr>
            <p:extLst>
              <p:ext uri="{D42A27DB-BD31-4B8C-83A1-F6EECF244321}">
                <p14:modId xmlns:p14="http://schemas.microsoft.com/office/powerpoint/2010/main" val="3536285622"/>
              </p:ext>
            </p:extLst>
          </p:nvPr>
        </p:nvGraphicFramePr>
        <p:xfrm>
          <a:off x="1061994" y="4610237"/>
          <a:ext cx="9941697" cy="1010920"/>
        </p:xfrm>
        <a:graphic>
          <a:graphicData uri="http://schemas.openxmlformats.org/drawingml/2006/table">
            <a:tbl>
              <a:tblPr firstRow="1" bandRow="1">
                <a:tableStyleId>{5C22544A-7EE6-4342-B048-85BDC9FD1C3A}</a:tableStyleId>
              </a:tblPr>
              <a:tblGrid>
                <a:gridCol w="3313899">
                  <a:extLst>
                    <a:ext uri="{9D8B030D-6E8A-4147-A177-3AD203B41FA5}">
                      <a16:colId xmlns:a16="http://schemas.microsoft.com/office/drawing/2014/main" val="3684244986"/>
                    </a:ext>
                  </a:extLst>
                </a:gridCol>
                <a:gridCol w="3313899">
                  <a:extLst>
                    <a:ext uri="{9D8B030D-6E8A-4147-A177-3AD203B41FA5}">
                      <a16:colId xmlns:a16="http://schemas.microsoft.com/office/drawing/2014/main" val="3938808765"/>
                    </a:ext>
                  </a:extLst>
                </a:gridCol>
                <a:gridCol w="3313899">
                  <a:extLst>
                    <a:ext uri="{9D8B030D-6E8A-4147-A177-3AD203B41FA5}">
                      <a16:colId xmlns:a16="http://schemas.microsoft.com/office/drawing/2014/main" val="3437356266"/>
                    </a:ext>
                  </a:extLst>
                </a:gridCol>
              </a:tblGrid>
              <a:tr h="370840">
                <a:tc>
                  <a:txBody>
                    <a:bodyPr/>
                    <a:lstStyle/>
                    <a:p>
                      <a:r>
                        <a:rPr lang="en-CA"/>
                        <a:t>Instruction</a:t>
                      </a:r>
                      <a:endParaRPr lang="en-CA" dirty="0"/>
                    </a:p>
                  </a:txBody>
                  <a:tcPr/>
                </a:tc>
                <a:tc>
                  <a:txBody>
                    <a:bodyPr/>
                    <a:lstStyle/>
                    <a:p>
                      <a:r>
                        <a:rPr lang="en-CA"/>
                        <a:t>Description</a:t>
                      </a:r>
                      <a:endParaRPr lang="en-CA" dirty="0"/>
                    </a:p>
                  </a:txBody>
                  <a:tcPr/>
                </a:tc>
                <a:tc>
                  <a:txBody>
                    <a:bodyPr/>
                    <a:lstStyle/>
                    <a:p>
                      <a:r>
                        <a:rPr lang="en-CA"/>
                        <a:t>Pseudocode</a:t>
                      </a:r>
                      <a:endParaRPr lang="en-CA" dirty="0"/>
                    </a:p>
                  </a:txBody>
                  <a:tcPr/>
                </a:tc>
                <a:extLst>
                  <a:ext uri="{0D108BD9-81ED-4DB2-BD59-A6C34878D82A}">
                    <a16:rowId xmlns:a16="http://schemas.microsoft.com/office/drawing/2014/main" val="181469048"/>
                  </a:ext>
                </a:extLst>
              </a:tr>
              <a:tr h="370840">
                <a:tc>
                  <a:txBody>
                    <a:bodyPr/>
                    <a:lstStyle/>
                    <a:p>
                      <a:r>
                        <a:rPr lang="en-CA" sz="1800" b="0" i="0" kern="1200" dirty="0" err="1">
                          <a:solidFill>
                            <a:schemeClr val="dk1"/>
                          </a:solidFill>
                          <a:effectLst/>
                          <a:latin typeface="Courier"/>
                          <a:ea typeface="+mn-ea"/>
                          <a:cs typeface="+mn-cs"/>
                        </a:rPr>
                        <a:t>ldr</a:t>
                      </a:r>
                      <a:r>
                        <a:rPr lang="en-CA" sz="1800" b="0" i="0" kern="1200" dirty="0">
                          <a:solidFill>
                            <a:schemeClr val="dk1"/>
                          </a:solidFill>
                          <a:effectLst/>
                          <a:latin typeface="Courier"/>
                          <a:ea typeface="+mn-ea"/>
                          <a:cs typeface="+mn-cs"/>
                        </a:rPr>
                        <a:t> r1, [r0]</a:t>
                      </a:r>
                      <a:endParaRPr lang="en-CA" dirty="0">
                        <a:latin typeface="Courier"/>
                      </a:endParaRPr>
                    </a:p>
                  </a:txBody>
                  <a:tcPr/>
                </a:tc>
                <a:tc>
                  <a:txBody>
                    <a:bodyPr/>
                    <a:lstStyle/>
                    <a:p>
                      <a:r>
                        <a:rPr lang="en-US" sz="1800" b="0" i="0" kern="1200" dirty="0">
                          <a:solidFill>
                            <a:schemeClr val="dk1"/>
                          </a:solidFill>
                          <a:effectLst/>
                          <a:latin typeface="+mn-lt"/>
                          <a:ea typeface="+mn-ea"/>
                          <a:cs typeface="+mn-cs"/>
                        </a:rPr>
                        <a:t>Load the value from the address in R0 into R1</a:t>
                      </a:r>
                    </a:p>
                  </a:txBody>
                  <a:tcPr/>
                </a:tc>
                <a:tc>
                  <a:txBody>
                    <a:bodyPr/>
                    <a:lstStyle/>
                    <a:p>
                      <a:r>
                        <a:rPr lang="en-US" sz="1800" b="0" i="0" kern="1200" dirty="0">
                          <a:solidFill>
                            <a:schemeClr val="dk1"/>
                          </a:solidFill>
                          <a:effectLst/>
                          <a:latin typeface="+mn-lt"/>
                          <a:ea typeface="+mn-ea"/>
                          <a:cs typeface="+mn-cs"/>
                        </a:rPr>
                        <a:t>R1 = *((int*)R1)</a:t>
                      </a:r>
                      <a:endParaRPr lang="en-CA" dirty="0"/>
                    </a:p>
                  </a:txBody>
                  <a:tcPr/>
                </a:tc>
                <a:extLst>
                  <a:ext uri="{0D108BD9-81ED-4DB2-BD59-A6C34878D82A}">
                    <a16:rowId xmlns:a16="http://schemas.microsoft.com/office/drawing/2014/main" val="2302500016"/>
                  </a:ext>
                </a:extLst>
              </a:tr>
            </a:tbl>
          </a:graphicData>
        </a:graphic>
      </p:graphicFrame>
    </p:spTree>
    <p:extLst>
      <p:ext uri="{BB962C8B-B14F-4D97-AF65-F5344CB8AC3E}">
        <p14:creationId xmlns:p14="http://schemas.microsoft.com/office/powerpoint/2010/main" val="1419899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0FA5-AA69-FBB7-423E-04E358A7FC1C}"/>
              </a:ext>
            </a:extLst>
          </p:cNvPr>
          <p:cNvSpPr>
            <a:spLocks noGrp="1"/>
          </p:cNvSpPr>
          <p:nvPr>
            <p:ph type="title"/>
          </p:nvPr>
        </p:nvSpPr>
        <p:spPr/>
        <p:txBody>
          <a:bodyPr/>
          <a:lstStyle/>
          <a:p>
            <a:r>
              <a:rPr lang="en-CA" dirty="0"/>
              <a:t>Registers and the ISA in ARM</a:t>
            </a:r>
          </a:p>
        </p:txBody>
      </p:sp>
      <p:sp>
        <p:nvSpPr>
          <p:cNvPr id="4" name="Date Placeholder 3">
            <a:extLst>
              <a:ext uri="{FF2B5EF4-FFF2-40B4-BE49-F238E27FC236}">
                <a16:creationId xmlns:a16="http://schemas.microsoft.com/office/drawing/2014/main" id="{ACE51771-34AC-C1EF-D472-DF2D369EF0FF}"/>
              </a:ext>
            </a:extLst>
          </p:cNvPr>
          <p:cNvSpPr>
            <a:spLocks noGrp="1"/>
          </p:cNvSpPr>
          <p:nvPr>
            <p:ph type="dt" sz="half" idx="10"/>
          </p:nvPr>
        </p:nvSpPr>
        <p:spPr/>
        <p:txBody>
          <a:bodyPr/>
          <a:lstStyle/>
          <a:p>
            <a:fld id="{24049B66-3AD7-4F39-844C-5593C6BD2886}" type="datetime1">
              <a:rPr lang="en-CA" smtClean="0"/>
              <a:t>2026-03-14</a:t>
            </a:fld>
            <a:endParaRPr lang="en-CA"/>
          </a:p>
        </p:txBody>
      </p:sp>
      <p:sp>
        <p:nvSpPr>
          <p:cNvPr id="5" name="Footer Placeholder 4">
            <a:extLst>
              <a:ext uri="{FF2B5EF4-FFF2-40B4-BE49-F238E27FC236}">
                <a16:creationId xmlns:a16="http://schemas.microsoft.com/office/drawing/2014/main" id="{EA6ACF20-FFEA-E1FC-DE4F-3DF689D2E49E}"/>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089E5856-3813-5B70-090C-F4EFD8B5FB83}"/>
              </a:ext>
            </a:extLst>
          </p:cNvPr>
          <p:cNvSpPr>
            <a:spLocks noGrp="1"/>
          </p:cNvSpPr>
          <p:nvPr>
            <p:ph type="sldNum" sz="quarter" idx="12"/>
          </p:nvPr>
        </p:nvSpPr>
        <p:spPr/>
        <p:txBody>
          <a:bodyPr/>
          <a:lstStyle/>
          <a:p>
            <a:fld id="{D23FE6AF-7EC0-4502-9F71-820950EA8DB2}" type="slidenum">
              <a:rPr lang="en-CA" smtClean="0"/>
              <a:t>20</a:t>
            </a:fld>
            <a:endParaRPr lang="en-CA"/>
          </a:p>
        </p:txBody>
      </p:sp>
      <p:sp>
        <p:nvSpPr>
          <p:cNvPr id="9" name="Rectangle 8">
            <a:extLst>
              <a:ext uri="{FF2B5EF4-FFF2-40B4-BE49-F238E27FC236}">
                <a16:creationId xmlns:a16="http://schemas.microsoft.com/office/drawing/2014/main" id="{CFEA95EE-8460-3DC2-F317-0300E711CCE6}"/>
              </a:ext>
            </a:extLst>
          </p:cNvPr>
          <p:cNvSpPr>
            <a:spLocks noChangeArrowheads="1"/>
          </p:cNvSpPr>
          <p:nvPr/>
        </p:nvSpPr>
        <p:spPr bwMode="auto">
          <a:xfrm>
            <a:off x="724264" y="4754177"/>
            <a:ext cx="2268538"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1500" dirty="0">
                <a:solidFill>
                  <a:srgbClr val="000000"/>
                </a:solidFill>
              </a:rPr>
              <a:t>Program Status Registers</a:t>
            </a:r>
          </a:p>
        </p:txBody>
      </p:sp>
      <p:sp>
        <p:nvSpPr>
          <p:cNvPr id="10" name="Rectangle 9">
            <a:extLst>
              <a:ext uri="{FF2B5EF4-FFF2-40B4-BE49-F238E27FC236}">
                <a16:creationId xmlns:a16="http://schemas.microsoft.com/office/drawing/2014/main" id="{4D8F1C73-3038-51EA-8DF1-AE97F94540D2}"/>
              </a:ext>
            </a:extLst>
          </p:cNvPr>
          <p:cNvSpPr>
            <a:spLocks noChangeArrowheads="1"/>
          </p:cNvSpPr>
          <p:nvPr/>
        </p:nvSpPr>
        <p:spPr bwMode="auto">
          <a:xfrm>
            <a:off x="1306083" y="4248839"/>
            <a:ext cx="592138" cy="160337"/>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nvGrpSpPr>
          <p:cNvPr id="11" name="Group 12">
            <a:extLst>
              <a:ext uri="{FF2B5EF4-FFF2-40B4-BE49-F238E27FC236}">
                <a16:creationId xmlns:a16="http://schemas.microsoft.com/office/drawing/2014/main" id="{3ADFE0D1-5EB3-CFA2-7A6C-E9DB6DFAC3C5}"/>
              </a:ext>
            </a:extLst>
          </p:cNvPr>
          <p:cNvGrpSpPr>
            <a:grpSpLocks/>
          </p:cNvGrpSpPr>
          <p:nvPr/>
        </p:nvGrpSpPr>
        <p:grpSpPr bwMode="auto">
          <a:xfrm>
            <a:off x="1306083" y="4402826"/>
            <a:ext cx="592138" cy="214312"/>
            <a:chOff x="1258" y="3096"/>
            <a:chExt cx="373" cy="135"/>
          </a:xfrm>
        </p:grpSpPr>
        <p:sp>
          <p:nvSpPr>
            <p:cNvPr id="287" name="Rectangle 10">
              <a:extLst>
                <a:ext uri="{FF2B5EF4-FFF2-40B4-BE49-F238E27FC236}">
                  <a16:creationId xmlns:a16="http://schemas.microsoft.com/office/drawing/2014/main" id="{AB899EBA-086B-B970-E860-049ED5425464}"/>
                </a:ext>
              </a:extLst>
            </p:cNvPr>
            <p:cNvSpPr>
              <a:spLocks noChangeArrowheads="1"/>
            </p:cNvSpPr>
            <p:nvPr/>
          </p:nvSpPr>
          <p:spPr bwMode="auto">
            <a:xfrm>
              <a:off x="1258" y="310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8" name="Rectangle 11">
              <a:extLst>
                <a:ext uri="{FF2B5EF4-FFF2-40B4-BE49-F238E27FC236}">
                  <a16:creationId xmlns:a16="http://schemas.microsoft.com/office/drawing/2014/main" id="{CD945C85-33F0-2426-12FC-CACBB6817E71}"/>
                </a:ext>
              </a:extLst>
            </p:cNvPr>
            <p:cNvSpPr>
              <a:spLocks noChangeArrowheads="1"/>
            </p:cNvSpPr>
            <p:nvPr/>
          </p:nvSpPr>
          <p:spPr bwMode="auto">
            <a:xfrm>
              <a:off x="1276"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sp>
        <p:nvSpPr>
          <p:cNvPr id="12" name="Rectangle 13">
            <a:extLst>
              <a:ext uri="{FF2B5EF4-FFF2-40B4-BE49-F238E27FC236}">
                <a16:creationId xmlns:a16="http://schemas.microsoft.com/office/drawing/2014/main" id="{CC16B0D8-72DF-4538-0B68-66DA1307C765}"/>
              </a:ext>
            </a:extLst>
          </p:cNvPr>
          <p:cNvSpPr>
            <a:spLocks noChangeArrowheads="1"/>
          </p:cNvSpPr>
          <p:nvPr/>
        </p:nvSpPr>
        <p:spPr bwMode="auto">
          <a:xfrm>
            <a:off x="1306083" y="4075801"/>
            <a:ext cx="592138" cy="160337"/>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 name="Rectangle 14">
            <a:extLst>
              <a:ext uri="{FF2B5EF4-FFF2-40B4-BE49-F238E27FC236}">
                <a16:creationId xmlns:a16="http://schemas.microsoft.com/office/drawing/2014/main" id="{7A5D7751-A57E-1181-00DC-A1E06971508A}"/>
              </a:ext>
            </a:extLst>
          </p:cNvPr>
          <p:cNvSpPr>
            <a:spLocks noChangeArrowheads="1"/>
          </p:cNvSpPr>
          <p:nvPr/>
        </p:nvSpPr>
        <p:spPr bwMode="auto">
          <a:xfrm>
            <a:off x="1347358" y="4229789"/>
            <a:ext cx="51117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 (lr)</a:t>
            </a:r>
          </a:p>
        </p:txBody>
      </p:sp>
      <p:sp>
        <p:nvSpPr>
          <p:cNvPr id="14" name="Rectangle 15">
            <a:extLst>
              <a:ext uri="{FF2B5EF4-FFF2-40B4-BE49-F238E27FC236}">
                <a16:creationId xmlns:a16="http://schemas.microsoft.com/office/drawing/2014/main" id="{9BB22801-7DA0-AD14-0C51-414246E3CB7B}"/>
              </a:ext>
            </a:extLst>
          </p:cNvPr>
          <p:cNvSpPr>
            <a:spLocks noChangeArrowheads="1"/>
          </p:cNvSpPr>
          <p:nvPr/>
        </p:nvSpPr>
        <p:spPr bwMode="auto">
          <a:xfrm>
            <a:off x="1347358" y="4058339"/>
            <a:ext cx="5429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 (sp)</a:t>
            </a:r>
          </a:p>
        </p:txBody>
      </p:sp>
      <p:grpSp>
        <p:nvGrpSpPr>
          <p:cNvPr id="41" name="Group 44">
            <a:extLst>
              <a:ext uri="{FF2B5EF4-FFF2-40B4-BE49-F238E27FC236}">
                <a16:creationId xmlns:a16="http://schemas.microsoft.com/office/drawing/2014/main" id="{3C8E6E1B-9459-5F72-683D-58A418D3CBB7}"/>
              </a:ext>
            </a:extLst>
          </p:cNvPr>
          <p:cNvGrpSpPr>
            <a:grpSpLocks/>
          </p:cNvGrpSpPr>
          <p:nvPr/>
        </p:nvGrpSpPr>
        <p:grpSpPr bwMode="auto">
          <a:xfrm>
            <a:off x="1315608" y="5093389"/>
            <a:ext cx="592138" cy="214312"/>
            <a:chOff x="1264" y="3531"/>
            <a:chExt cx="373" cy="135"/>
          </a:xfrm>
        </p:grpSpPr>
        <p:sp>
          <p:nvSpPr>
            <p:cNvPr id="285" name="Rectangle 42">
              <a:extLst>
                <a:ext uri="{FF2B5EF4-FFF2-40B4-BE49-F238E27FC236}">
                  <a16:creationId xmlns:a16="http://schemas.microsoft.com/office/drawing/2014/main" id="{6AE711D2-DE65-AE4F-8CFB-05ADFC071B3F}"/>
                </a:ext>
              </a:extLst>
            </p:cNvPr>
            <p:cNvSpPr>
              <a:spLocks noChangeArrowheads="1"/>
            </p:cNvSpPr>
            <p:nvPr/>
          </p:nvSpPr>
          <p:spPr bwMode="auto">
            <a:xfrm>
              <a:off x="1264" y="354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 name="Rectangle 43">
              <a:extLst>
                <a:ext uri="{FF2B5EF4-FFF2-40B4-BE49-F238E27FC236}">
                  <a16:creationId xmlns:a16="http://schemas.microsoft.com/office/drawing/2014/main" id="{E730F2FA-8D54-799F-D3C2-460E5D28793B}"/>
                </a:ext>
              </a:extLst>
            </p:cNvPr>
            <p:cNvSpPr>
              <a:spLocks noChangeArrowheads="1"/>
            </p:cNvSpPr>
            <p:nvPr/>
          </p:nvSpPr>
          <p:spPr bwMode="auto">
            <a:xfrm>
              <a:off x="1336" y="353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59" name="Group 101">
            <a:extLst>
              <a:ext uri="{FF2B5EF4-FFF2-40B4-BE49-F238E27FC236}">
                <a16:creationId xmlns:a16="http://schemas.microsoft.com/office/drawing/2014/main" id="{22C9E6C1-C2E2-EFB7-20DD-06FB5F00E110}"/>
              </a:ext>
            </a:extLst>
          </p:cNvPr>
          <p:cNvGrpSpPr>
            <a:grpSpLocks/>
          </p:cNvGrpSpPr>
          <p:nvPr/>
        </p:nvGrpSpPr>
        <p:grpSpPr bwMode="auto">
          <a:xfrm>
            <a:off x="1306083" y="1812026"/>
            <a:ext cx="592138" cy="2286000"/>
            <a:chOff x="1258" y="1464"/>
            <a:chExt cx="373" cy="1440"/>
          </a:xfrm>
        </p:grpSpPr>
        <p:sp>
          <p:nvSpPr>
            <p:cNvPr id="246" name="Rectangle 74">
              <a:extLst>
                <a:ext uri="{FF2B5EF4-FFF2-40B4-BE49-F238E27FC236}">
                  <a16:creationId xmlns:a16="http://schemas.microsoft.com/office/drawing/2014/main" id="{3264C6FE-EF41-811A-959A-5E3E039DE976}"/>
                </a:ext>
              </a:extLst>
            </p:cNvPr>
            <p:cNvSpPr>
              <a:spLocks noChangeArrowheads="1"/>
            </p:cNvSpPr>
            <p:nvPr/>
          </p:nvSpPr>
          <p:spPr bwMode="auto">
            <a:xfrm>
              <a:off x="1258" y="2782"/>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7" name="Rectangle 75">
              <a:extLst>
                <a:ext uri="{FF2B5EF4-FFF2-40B4-BE49-F238E27FC236}">
                  <a16:creationId xmlns:a16="http://schemas.microsoft.com/office/drawing/2014/main" id="{0E1569B2-E56C-A299-C11E-8862538AEBD0}"/>
                </a:ext>
              </a:extLst>
            </p:cNvPr>
            <p:cNvSpPr>
              <a:spLocks noChangeArrowheads="1"/>
            </p:cNvSpPr>
            <p:nvPr/>
          </p:nvSpPr>
          <p:spPr bwMode="auto">
            <a:xfrm>
              <a:off x="1258" y="267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8" name="Rectangle 76">
              <a:extLst>
                <a:ext uri="{FF2B5EF4-FFF2-40B4-BE49-F238E27FC236}">
                  <a16:creationId xmlns:a16="http://schemas.microsoft.com/office/drawing/2014/main" id="{555372C1-7503-B6FB-910D-FE288380F606}"/>
                </a:ext>
              </a:extLst>
            </p:cNvPr>
            <p:cNvSpPr>
              <a:spLocks noChangeArrowheads="1"/>
            </p:cNvSpPr>
            <p:nvPr/>
          </p:nvSpPr>
          <p:spPr bwMode="auto">
            <a:xfrm>
              <a:off x="1342" y="2769"/>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249" name="Rectangle 77">
              <a:extLst>
                <a:ext uri="{FF2B5EF4-FFF2-40B4-BE49-F238E27FC236}">
                  <a16:creationId xmlns:a16="http://schemas.microsoft.com/office/drawing/2014/main" id="{BA0FD6E4-D0D1-F3DF-B7C8-835BD19EB9BE}"/>
                </a:ext>
              </a:extLst>
            </p:cNvPr>
            <p:cNvSpPr>
              <a:spLocks noChangeArrowheads="1"/>
            </p:cNvSpPr>
            <p:nvPr/>
          </p:nvSpPr>
          <p:spPr bwMode="auto">
            <a:xfrm>
              <a:off x="1258" y="256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0" name="Rectangle 78">
              <a:extLst>
                <a:ext uri="{FF2B5EF4-FFF2-40B4-BE49-F238E27FC236}">
                  <a16:creationId xmlns:a16="http://schemas.microsoft.com/office/drawing/2014/main" id="{0230A955-177D-0AA3-8B13-9C1F650431C6}"/>
                </a:ext>
              </a:extLst>
            </p:cNvPr>
            <p:cNvSpPr>
              <a:spLocks noChangeArrowheads="1"/>
            </p:cNvSpPr>
            <p:nvPr/>
          </p:nvSpPr>
          <p:spPr bwMode="auto">
            <a:xfrm>
              <a:off x="1342" y="255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251" name="Rectangle 79">
              <a:extLst>
                <a:ext uri="{FF2B5EF4-FFF2-40B4-BE49-F238E27FC236}">
                  <a16:creationId xmlns:a16="http://schemas.microsoft.com/office/drawing/2014/main" id="{A599F350-6363-C440-5170-8120B57D752A}"/>
                </a:ext>
              </a:extLst>
            </p:cNvPr>
            <p:cNvSpPr>
              <a:spLocks noChangeArrowheads="1"/>
            </p:cNvSpPr>
            <p:nvPr/>
          </p:nvSpPr>
          <p:spPr bwMode="auto">
            <a:xfrm>
              <a:off x="1258" y="245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2" name="Rectangle 80">
              <a:extLst>
                <a:ext uri="{FF2B5EF4-FFF2-40B4-BE49-F238E27FC236}">
                  <a16:creationId xmlns:a16="http://schemas.microsoft.com/office/drawing/2014/main" id="{FCFD8DF9-1B0C-6EA7-B232-DDEC2C10971A}"/>
                </a:ext>
              </a:extLst>
            </p:cNvPr>
            <p:cNvSpPr>
              <a:spLocks noChangeArrowheads="1"/>
            </p:cNvSpPr>
            <p:nvPr/>
          </p:nvSpPr>
          <p:spPr bwMode="auto">
            <a:xfrm>
              <a:off x="1342" y="266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253" name="Rectangle 81">
              <a:extLst>
                <a:ext uri="{FF2B5EF4-FFF2-40B4-BE49-F238E27FC236}">
                  <a16:creationId xmlns:a16="http://schemas.microsoft.com/office/drawing/2014/main" id="{4BE904CE-A05E-8DB3-55B3-64FE248CE882}"/>
                </a:ext>
              </a:extLst>
            </p:cNvPr>
            <p:cNvSpPr>
              <a:spLocks noChangeArrowheads="1"/>
            </p:cNvSpPr>
            <p:nvPr/>
          </p:nvSpPr>
          <p:spPr bwMode="auto">
            <a:xfrm>
              <a:off x="1258" y="2346"/>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4" name="Rectangle 82">
              <a:extLst>
                <a:ext uri="{FF2B5EF4-FFF2-40B4-BE49-F238E27FC236}">
                  <a16:creationId xmlns:a16="http://schemas.microsoft.com/office/drawing/2014/main" id="{2D4A071C-0543-4F21-47AF-67F9C4D17E7C}"/>
                </a:ext>
              </a:extLst>
            </p:cNvPr>
            <p:cNvSpPr>
              <a:spLocks noChangeArrowheads="1"/>
            </p:cNvSpPr>
            <p:nvPr/>
          </p:nvSpPr>
          <p:spPr bwMode="auto">
            <a:xfrm>
              <a:off x="1360" y="244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255" name="Rectangle 83">
              <a:extLst>
                <a:ext uri="{FF2B5EF4-FFF2-40B4-BE49-F238E27FC236}">
                  <a16:creationId xmlns:a16="http://schemas.microsoft.com/office/drawing/2014/main" id="{7947B36D-461F-D579-189E-B6737918F266}"/>
                </a:ext>
              </a:extLst>
            </p:cNvPr>
            <p:cNvSpPr>
              <a:spLocks noChangeArrowheads="1"/>
            </p:cNvSpPr>
            <p:nvPr/>
          </p:nvSpPr>
          <p:spPr bwMode="auto">
            <a:xfrm>
              <a:off x="1360" y="233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nvGrpSpPr>
            <p:cNvPr id="256" name="Group 100">
              <a:extLst>
                <a:ext uri="{FF2B5EF4-FFF2-40B4-BE49-F238E27FC236}">
                  <a16:creationId xmlns:a16="http://schemas.microsoft.com/office/drawing/2014/main" id="{5A5511BA-C544-D0AA-2DC1-5EB07A020BD6}"/>
                </a:ext>
              </a:extLst>
            </p:cNvPr>
            <p:cNvGrpSpPr>
              <a:grpSpLocks/>
            </p:cNvGrpSpPr>
            <p:nvPr/>
          </p:nvGrpSpPr>
          <p:grpSpPr bwMode="auto">
            <a:xfrm>
              <a:off x="1258" y="1464"/>
              <a:ext cx="373" cy="896"/>
              <a:chOff x="1258" y="1464"/>
              <a:chExt cx="373" cy="896"/>
            </a:xfrm>
          </p:grpSpPr>
          <p:sp>
            <p:nvSpPr>
              <p:cNvPr id="257" name="Rectangle 84">
                <a:extLst>
                  <a:ext uri="{FF2B5EF4-FFF2-40B4-BE49-F238E27FC236}">
                    <a16:creationId xmlns:a16="http://schemas.microsoft.com/office/drawing/2014/main" id="{3C458574-5458-A213-952B-9C45935C8102}"/>
                  </a:ext>
                </a:extLst>
              </p:cNvPr>
              <p:cNvSpPr>
                <a:spLocks noChangeArrowheads="1"/>
              </p:cNvSpPr>
              <p:nvPr/>
            </p:nvSpPr>
            <p:spPr bwMode="auto">
              <a:xfrm>
                <a:off x="1258" y="2237"/>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8" name="Rectangle 85">
                <a:extLst>
                  <a:ext uri="{FF2B5EF4-FFF2-40B4-BE49-F238E27FC236}">
                    <a16:creationId xmlns:a16="http://schemas.microsoft.com/office/drawing/2014/main" id="{4280404E-3C66-5D6E-45B8-99622C2A7386}"/>
                  </a:ext>
                </a:extLst>
              </p:cNvPr>
              <p:cNvSpPr>
                <a:spLocks noChangeArrowheads="1"/>
              </p:cNvSpPr>
              <p:nvPr/>
            </p:nvSpPr>
            <p:spPr bwMode="auto">
              <a:xfrm>
                <a:off x="1258" y="1911"/>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9" name="Rectangle 86">
                <a:extLst>
                  <a:ext uri="{FF2B5EF4-FFF2-40B4-BE49-F238E27FC236}">
                    <a16:creationId xmlns:a16="http://schemas.microsoft.com/office/drawing/2014/main" id="{6A370524-FE32-0B2B-DE5D-291F2F4DEAD2}"/>
                  </a:ext>
                </a:extLst>
              </p:cNvPr>
              <p:cNvSpPr>
                <a:spLocks noChangeArrowheads="1"/>
              </p:cNvSpPr>
              <p:nvPr/>
            </p:nvSpPr>
            <p:spPr bwMode="auto">
              <a:xfrm>
                <a:off x="1360"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260" name="Rectangle 87">
                <a:extLst>
                  <a:ext uri="{FF2B5EF4-FFF2-40B4-BE49-F238E27FC236}">
                    <a16:creationId xmlns:a16="http://schemas.microsoft.com/office/drawing/2014/main" id="{B190E122-54E6-F69E-55C5-ADE5C0A4B408}"/>
                  </a:ext>
                </a:extLst>
              </p:cNvPr>
              <p:cNvSpPr>
                <a:spLocks noChangeArrowheads="1"/>
              </p:cNvSpPr>
              <p:nvPr/>
            </p:nvSpPr>
            <p:spPr bwMode="auto">
              <a:xfrm>
                <a:off x="1360"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261" name="Rectangle 88">
                <a:extLst>
                  <a:ext uri="{FF2B5EF4-FFF2-40B4-BE49-F238E27FC236}">
                    <a16:creationId xmlns:a16="http://schemas.microsoft.com/office/drawing/2014/main" id="{8F6FE4A8-5D5A-C52A-D143-787A3D8790F0}"/>
                  </a:ext>
                </a:extLst>
              </p:cNvPr>
              <p:cNvSpPr>
                <a:spLocks noChangeArrowheads="1"/>
              </p:cNvSpPr>
              <p:nvPr/>
            </p:nvSpPr>
            <p:spPr bwMode="auto">
              <a:xfrm>
                <a:off x="1258" y="2019"/>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2" name="Rectangle 89">
                <a:extLst>
                  <a:ext uri="{FF2B5EF4-FFF2-40B4-BE49-F238E27FC236}">
                    <a16:creationId xmlns:a16="http://schemas.microsoft.com/office/drawing/2014/main" id="{9FE801C0-C65C-CE1B-422F-4D9B0C95A7EB}"/>
                  </a:ext>
                </a:extLst>
              </p:cNvPr>
              <p:cNvSpPr>
                <a:spLocks noChangeArrowheads="1"/>
              </p:cNvSpPr>
              <p:nvPr/>
            </p:nvSpPr>
            <p:spPr bwMode="auto">
              <a:xfrm>
                <a:off x="1360"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263" name="Rectangle 90">
                <a:extLst>
                  <a:ext uri="{FF2B5EF4-FFF2-40B4-BE49-F238E27FC236}">
                    <a16:creationId xmlns:a16="http://schemas.microsoft.com/office/drawing/2014/main" id="{467C3787-41D4-4B4F-A746-F7620D75D0C2}"/>
                  </a:ext>
                </a:extLst>
              </p:cNvPr>
              <p:cNvSpPr>
                <a:spLocks noChangeArrowheads="1"/>
              </p:cNvSpPr>
              <p:nvPr/>
            </p:nvSpPr>
            <p:spPr bwMode="auto">
              <a:xfrm>
                <a:off x="1258" y="212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4" name="Rectangle 91">
                <a:extLst>
                  <a:ext uri="{FF2B5EF4-FFF2-40B4-BE49-F238E27FC236}">
                    <a16:creationId xmlns:a16="http://schemas.microsoft.com/office/drawing/2014/main" id="{4D5F2BFD-92FE-5F8E-3E62-A76EF5831254}"/>
                  </a:ext>
                </a:extLst>
              </p:cNvPr>
              <p:cNvSpPr>
                <a:spLocks noChangeArrowheads="1"/>
              </p:cNvSpPr>
              <p:nvPr/>
            </p:nvSpPr>
            <p:spPr bwMode="auto">
              <a:xfrm>
                <a:off x="1258" y="169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5" name="Rectangle 92">
                <a:extLst>
                  <a:ext uri="{FF2B5EF4-FFF2-40B4-BE49-F238E27FC236}">
                    <a16:creationId xmlns:a16="http://schemas.microsoft.com/office/drawing/2014/main" id="{6BA071D9-C103-06A1-1EA0-D644A12993DE}"/>
                  </a:ext>
                </a:extLst>
              </p:cNvPr>
              <p:cNvSpPr>
                <a:spLocks noChangeArrowheads="1"/>
              </p:cNvSpPr>
              <p:nvPr/>
            </p:nvSpPr>
            <p:spPr bwMode="auto">
              <a:xfrm>
                <a:off x="1360"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266" name="Rectangle 93">
                <a:extLst>
                  <a:ext uri="{FF2B5EF4-FFF2-40B4-BE49-F238E27FC236}">
                    <a16:creationId xmlns:a16="http://schemas.microsoft.com/office/drawing/2014/main" id="{70C70BC7-A1C6-595B-B15A-BE1ED5203B6A}"/>
                  </a:ext>
                </a:extLst>
              </p:cNvPr>
              <p:cNvSpPr>
                <a:spLocks noChangeArrowheads="1"/>
              </p:cNvSpPr>
              <p:nvPr/>
            </p:nvSpPr>
            <p:spPr bwMode="auto">
              <a:xfrm>
                <a:off x="1258" y="1802"/>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7" name="Rectangle 94">
                <a:extLst>
                  <a:ext uri="{FF2B5EF4-FFF2-40B4-BE49-F238E27FC236}">
                    <a16:creationId xmlns:a16="http://schemas.microsoft.com/office/drawing/2014/main" id="{B86464F4-A2C5-4AC9-0BB5-0F2F9B140095}"/>
                  </a:ext>
                </a:extLst>
              </p:cNvPr>
              <p:cNvSpPr>
                <a:spLocks noChangeArrowheads="1"/>
              </p:cNvSpPr>
              <p:nvPr/>
            </p:nvSpPr>
            <p:spPr bwMode="auto">
              <a:xfrm>
                <a:off x="1258" y="158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8" name="Rectangle 95">
                <a:extLst>
                  <a:ext uri="{FF2B5EF4-FFF2-40B4-BE49-F238E27FC236}">
                    <a16:creationId xmlns:a16="http://schemas.microsoft.com/office/drawing/2014/main" id="{B9EAD2A3-6C15-0649-B461-3EF2F3B8175C}"/>
                  </a:ext>
                </a:extLst>
              </p:cNvPr>
              <p:cNvSpPr>
                <a:spLocks noChangeArrowheads="1"/>
              </p:cNvSpPr>
              <p:nvPr/>
            </p:nvSpPr>
            <p:spPr bwMode="auto">
              <a:xfrm>
                <a:off x="1360"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269" name="Rectangle 96">
                <a:extLst>
                  <a:ext uri="{FF2B5EF4-FFF2-40B4-BE49-F238E27FC236}">
                    <a16:creationId xmlns:a16="http://schemas.microsoft.com/office/drawing/2014/main" id="{D9CF7F32-F370-3052-7E0E-CAF5F5EF7043}"/>
                  </a:ext>
                </a:extLst>
              </p:cNvPr>
              <p:cNvSpPr>
                <a:spLocks noChangeArrowheads="1"/>
              </p:cNvSpPr>
              <p:nvPr/>
            </p:nvSpPr>
            <p:spPr bwMode="auto">
              <a:xfrm>
                <a:off x="1258" y="147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0" name="Rectangle 97">
                <a:extLst>
                  <a:ext uri="{FF2B5EF4-FFF2-40B4-BE49-F238E27FC236}">
                    <a16:creationId xmlns:a16="http://schemas.microsoft.com/office/drawing/2014/main" id="{4B9C6896-806C-C929-10BA-34220976D3EC}"/>
                  </a:ext>
                </a:extLst>
              </p:cNvPr>
              <p:cNvSpPr>
                <a:spLocks noChangeArrowheads="1"/>
              </p:cNvSpPr>
              <p:nvPr/>
            </p:nvSpPr>
            <p:spPr bwMode="auto">
              <a:xfrm>
                <a:off x="1360"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271" name="Rectangle 98">
                <a:extLst>
                  <a:ext uri="{FF2B5EF4-FFF2-40B4-BE49-F238E27FC236}">
                    <a16:creationId xmlns:a16="http://schemas.microsoft.com/office/drawing/2014/main" id="{81D36FA9-B8B8-8520-FBDC-06A902CFEE71}"/>
                  </a:ext>
                </a:extLst>
              </p:cNvPr>
              <p:cNvSpPr>
                <a:spLocks noChangeArrowheads="1"/>
              </p:cNvSpPr>
              <p:nvPr/>
            </p:nvSpPr>
            <p:spPr bwMode="auto">
              <a:xfrm>
                <a:off x="1360"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272" name="Rectangle 99">
                <a:extLst>
                  <a:ext uri="{FF2B5EF4-FFF2-40B4-BE49-F238E27FC236}">
                    <a16:creationId xmlns:a16="http://schemas.microsoft.com/office/drawing/2014/main" id="{61D5355D-DEC5-E3B0-559D-D32B4B45A7F6}"/>
                  </a:ext>
                </a:extLst>
              </p:cNvPr>
              <p:cNvSpPr>
                <a:spLocks noChangeArrowheads="1"/>
              </p:cNvSpPr>
              <p:nvPr/>
            </p:nvSpPr>
            <p:spPr bwMode="auto">
              <a:xfrm>
                <a:off x="1360"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sp>
        <p:nvSpPr>
          <p:cNvPr id="345" name="Rectangle 7">
            <a:extLst>
              <a:ext uri="{FF2B5EF4-FFF2-40B4-BE49-F238E27FC236}">
                <a16:creationId xmlns:a16="http://schemas.microsoft.com/office/drawing/2014/main" id="{FC2C4709-953C-4BBA-BE6E-4C111A85CD5D}"/>
              </a:ext>
            </a:extLst>
          </p:cNvPr>
          <p:cNvSpPr>
            <a:spLocks noChangeArrowheads="1"/>
          </p:cNvSpPr>
          <p:nvPr/>
        </p:nvSpPr>
        <p:spPr bwMode="auto">
          <a:xfrm>
            <a:off x="4086590" y="2587411"/>
            <a:ext cx="359251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50913">
              <a:defRPr sz="2400">
                <a:solidFill>
                  <a:schemeClr val="tx1"/>
                </a:solidFill>
                <a:latin typeface="Times New Roman" panose="02020603050405020304" pitchFamily="18" charset="0"/>
              </a:defRPr>
            </a:lvl1pPr>
            <a:lvl2pPr marL="476250" defTabSz="950913">
              <a:defRPr sz="2400">
                <a:solidFill>
                  <a:schemeClr val="tx1"/>
                </a:solidFill>
                <a:latin typeface="Times New Roman" panose="02020603050405020304" pitchFamily="18" charset="0"/>
              </a:defRPr>
            </a:lvl2pPr>
            <a:lvl3pPr marL="950913" defTabSz="950913">
              <a:defRPr sz="2400">
                <a:solidFill>
                  <a:schemeClr val="tx1"/>
                </a:solidFill>
                <a:latin typeface="Times New Roman" panose="02020603050405020304" pitchFamily="18" charset="0"/>
              </a:defRPr>
            </a:lvl3pPr>
            <a:lvl4pPr marL="1427163" defTabSz="950913">
              <a:defRPr sz="2400">
                <a:solidFill>
                  <a:schemeClr val="tx1"/>
                </a:solidFill>
                <a:latin typeface="Times New Roman" panose="02020603050405020304" pitchFamily="18" charset="0"/>
              </a:defRPr>
            </a:lvl4pPr>
            <a:lvl5pPr marL="1901825" defTabSz="950913">
              <a:defRPr sz="2400">
                <a:solidFill>
                  <a:schemeClr val="tx1"/>
                </a:solidFill>
                <a:latin typeface="Times New Roman" panose="02020603050405020304" pitchFamily="18" charset="0"/>
              </a:defRPr>
            </a:lvl5pPr>
            <a:lvl6pPr marL="2359025" defTabSz="950913" fontAlgn="base">
              <a:spcBef>
                <a:spcPct val="0"/>
              </a:spcBef>
              <a:spcAft>
                <a:spcPct val="0"/>
              </a:spcAft>
              <a:defRPr sz="2400">
                <a:solidFill>
                  <a:schemeClr val="tx1"/>
                </a:solidFill>
                <a:latin typeface="Times New Roman" panose="02020603050405020304" pitchFamily="18" charset="0"/>
              </a:defRPr>
            </a:lvl6pPr>
            <a:lvl7pPr marL="2816225" defTabSz="950913" fontAlgn="base">
              <a:spcBef>
                <a:spcPct val="0"/>
              </a:spcBef>
              <a:spcAft>
                <a:spcPct val="0"/>
              </a:spcAft>
              <a:defRPr sz="2400">
                <a:solidFill>
                  <a:schemeClr val="tx1"/>
                </a:solidFill>
                <a:latin typeface="Times New Roman" panose="02020603050405020304" pitchFamily="18" charset="0"/>
              </a:defRPr>
            </a:lvl7pPr>
            <a:lvl8pPr marL="3273425" defTabSz="950913" fontAlgn="base">
              <a:spcBef>
                <a:spcPct val="0"/>
              </a:spcBef>
              <a:spcAft>
                <a:spcPct val="0"/>
              </a:spcAft>
              <a:defRPr sz="2400">
                <a:solidFill>
                  <a:schemeClr val="tx1"/>
                </a:solidFill>
                <a:latin typeface="Times New Roman" panose="02020603050405020304" pitchFamily="18" charset="0"/>
              </a:defRPr>
            </a:lvl8pPr>
            <a:lvl9pPr marL="3730625" defTabSz="950913" fontAlgn="base">
              <a:spcBef>
                <a:spcPct val="0"/>
              </a:spcBef>
              <a:spcAft>
                <a:spcPct val="0"/>
              </a:spcAft>
              <a:defRPr sz="2400">
                <a:solidFill>
                  <a:schemeClr val="tx1"/>
                </a:solidFill>
                <a:latin typeface="Times New Roman" panose="02020603050405020304" pitchFamily="18" charset="0"/>
              </a:defRPr>
            </a:lvl9pPr>
          </a:lstStyle>
          <a:p>
            <a:r>
              <a:rPr lang="en-US" altLang="en-US" sz="1500" b="0"/>
              <a:t>Copies of the ALU status flags (latched if the</a:t>
            </a:r>
          </a:p>
          <a:p>
            <a:r>
              <a:rPr lang="en-US" altLang="en-US" sz="1500" b="0"/>
              <a:t>instruction has the "S" bit set).</a:t>
            </a:r>
          </a:p>
        </p:txBody>
      </p:sp>
      <p:sp>
        <p:nvSpPr>
          <p:cNvPr id="346" name="Rectangle 8">
            <a:extLst>
              <a:ext uri="{FF2B5EF4-FFF2-40B4-BE49-F238E27FC236}">
                <a16:creationId xmlns:a16="http://schemas.microsoft.com/office/drawing/2014/main" id="{A7FFDB52-DF44-DA12-3E9F-F383A1232582}"/>
              </a:ext>
            </a:extLst>
          </p:cNvPr>
          <p:cNvSpPr>
            <a:spLocks noChangeArrowheads="1"/>
          </p:cNvSpPr>
          <p:nvPr/>
        </p:nvSpPr>
        <p:spPr bwMode="auto">
          <a:xfrm>
            <a:off x="4326302" y="3565311"/>
            <a:ext cx="3633367" cy="1083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50913">
              <a:defRPr sz="2400">
                <a:solidFill>
                  <a:schemeClr val="tx1"/>
                </a:solidFill>
                <a:latin typeface="Times New Roman" panose="02020603050405020304" pitchFamily="18" charset="0"/>
              </a:defRPr>
            </a:lvl1pPr>
            <a:lvl2pPr marL="476250" defTabSz="950913">
              <a:defRPr sz="2400">
                <a:solidFill>
                  <a:schemeClr val="tx1"/>
                </a:solidFill>
                <a:latin typeface="Times New Roman" panose="02020603050405020304" pitchFamily="18" charset="0"/>
              </a:defRPr>
            </a:lvl2pPr>
            <a:lvl3pPr marL="950913" defTabSz="950913">
              <a:defRPr sz="2400">
                <a:solidFill>
                  <a:schemeClr val="tx1"/>
                </a:solidFill>
                <a:latin typeface="Times New Roman" panose="02020603050405020304" pitchFamily="18" charset="0"/>
              </a:defRPr>
            </a:lvl3pPr>
            <a:lvl4pPr marL="1427163" defTabSz="950913">
              <a:defRPr sz="2400">
                <a:solidFill>
                  <a:schemeClr val="tx1"/>
                </a:solidFill>
                <a:latin typeface="Times New Roman" panose="02020603050405020304" pitchFamily="18" charset="0"/>
              </a:defRPr>
            </a:lvl4pPr>
            <a:lvl5pPr marL="1901825" defTabSz="950913">
              <a:defRPr sz="2400">
                <a:solidFill>
                  <a:schemeClr val="tx1"/>
                </a:solidFill>
                <a:latin typeface="Times New Roman" panose="02020603050405020304" pitchFamily="18" charset="0"/>
              </a:defRPr>
            </a:lvl5pPr>
            <a:lvl6pPr marL="2359025" defTabSz="950913" fontAlgn="base">
              <a:spcBef>
                <a:spcPct val="0"/>
              </a:spcBef>
              <a:spcAft>
                <a:spcPct val="0"/>
              </a:spcAft>
              <a:defRPr sz="2400">
                <a:solidFill>
                  <a:schemeClr val="tx1"/>
                </a:solidFill>
                <a:latin typeface="Times New Roman" panose="02020603050405020304" pitchFamily="18" charset="0"/>
              </a:defRPr>
            </a:lvl6pPr>
            <a:lvl7pPr marL="2816225" defTabSz="950913" fontAlgn="base">
              <a:spcBef>
                <a:spcPct val="0"/>
              </a:spcBef>
              <a:spcAft>
                <a:spcPct val="0"/>
              </a:spcAft>
              <a:defRPr sz="2400">
                <a:solidFill>
                  <a:schemeClr val="tx1"/>
                </a:solidFill>
                <a:latin typeface="Times New Roman" panose="02020603050405020304" pitchFamily="18" charset="0"/>
              </a:defRPr>
            </a:lvl7pPr>
            <a:lvl8pPr marL="3273425" defTabSz="950913" fontAlgn="base">
              <a:spcBef>
                <a:spcPct val="0"/>
              </a:spcBef>
              <a:spcAft>
                <a:spcPct val="0"/>
              </a:spcAft>
              <a:defRPr sz="2400">
                <a:solidFill>
                  <a:schemeClr val="tx1"/>
                </a:solidFill>
                <a:latin typeface="Times New Roman" panose="02020603050405020304" pitchFamily="18" charset="0"/>
              </a:defRPr>
            </a:lvl8pPr>
            <a:lvl9pPr marL="3730625" defTabSz="950913" fontAlgn="base">
              <a:spcBef>
                <a:spcPct val="0"/>
              </a:spcBef>
              <a:spcAft>
                <a:spcPct val="0"/>
              </a:spcAft>
              <a:defRPr sz="2400">
                <a:solidFill>
                  <a:schemeClr val="tx1"/>
                </a:solidFill>
                <a:latin typeface="Times New Roman" panose="02020603050405020304" pitchFamily="18" charset="0"/>
              </a:defRPr>
            </a:lvl9pPr>
          </a:lstStyle>
          <a:p>
            <a:pPr>
              <a:lnSpc>
                <a:spcPct val="88000"/>
              </a:lnSpc>
            </a:pPr>
            <a:r>
              <a:rPr lang="en-US" altLang="en-US" sz="1900" b="1" dirty="0"/>
              <a:t>N</a:t>
            </a:r>
            <a:r>
              <a:rPr lang="en-US" altLang="en-US" sz="1900" b="0" dirty="0"/>
              <a:t> = </a:t>
            </a:r>
            <a:r>
              <a:rPr lang="en-US" altLang="en-US" sz="1900" b="1" dirty="0"/>
              <a:t>N</a:t>
            </a:r>
            <a:r>
              <a:rPr lang="en-US" altLang="en-US" sz="1900" b="0" dirty="0"/>
              <a:t>egative result from ALU flag.</a:t>
            </a:r>
          </a:p>
          <a:p>
            <a:pPr>
              <a:lnSpc>
                <a:spcPct val="88000"/>
              </a:lnSpc>
            </a:pPr>
            <a:r>
              <a:rPr lang="en-US" altLang="en-US" sz="1900" b="1" dirty="0"/>
              <a:t>Z</a:t>
            </a:r>
            <a:r>
              <a:rPr lang="en-US" altLang="en-US" sz="1900" b="0" dirty="0"/>
              <a:t> = </a:t>
            </a:r>
            <a:r>
              <a:rPr lang="en-US" altLang="en-US" sz="1900" b="1" dirty="0"/>
              <a:t>Z</a:t>
            </a:r>
            <a:r>
              <a:rPr lang="en-US" altLang="en-US" sz="1900" b="0" dirty="0"/>
              <a:t>ero result from ALU flag.</a:t>
            </a:r>
          </a:p>
          <a:p>
            <a:pPr>
              <a:lnSpc>
                <a:spcPct val="88000"/>
              </a:lnSpc>
            </a:pPr>
            <a:r>
              <a:rPr lang="en-US" altLang="en-US" sz="1900" b="1" dirty="0"/>
              <a:t>C</a:t>
            </a:r>
            <a:r>
              <a:rPr lang="en-US" altLang="en-US" sz="1900" b="0" dirty="0"/>
              <a:t> = ALU operation </a:t>
            </a:r>
            <a:r>
              <a:rPr lang="en-US" altLang="en-US" sz="1900" b="1" dirty="0"/>
              <a:t>C</a:t>
            </a:r>
            <a:r>
              <a:rPr lang="en-US" altLang="en-US" sz="1900" b="0" dirty="0"/>
              <a:t>arried out</a:t>
            </a:r>
          </a:p>
          <a:p>
            <a:pPr>
              <a:lnSpc>
                <a:spcPct val="88000"/>
              </a:lnSpc>
            </a:pPr>
            <a:r>
              <a:rPr lang="en-US" altLang="en-US" sz="1900" b="1" dirty="0"/>
              <a:t>V</a:t>
            </a:r>
            <a:r>
              <a:rPr lang="en-US" altLang="en-US" sz="1900" b="0" dirty="0"/>
              <a:t> = ALU operation </a:t>
            </a:r>
            <a:r>
              <a:rPr lang="en-US" altLang="en-US" sz="1900" b="0" dirty="0" err="1"/>
              <a:t>o</a:t>
            </a:r>
            <a:r>
              <a:rPr lang="en-US" altLang="en-US" sz="1900" b="1" dirty="0" err="1"/>
              <a:t>V</a:t>
            </a:r>
            <a:r>
              <a:rPr lang="en-US" altLang="en-US" sz="1900" b="0" dirty="0" err="1"/>
              <a:t>erflowed</a:t>
            </a:r>
            <a:endParaRPr lang="en-US" altLang="en-US" sz="1900" b="0" dirty="0"/>
          </a:p>
        </p:txBody>
      </p:sp>
      <p:sp>
        <p:nvSpPr>
          <p:cNvPr id="347" name="Rectangle 9">
            <a:extLst>
              <a:ext uri="{FF2B5EF4-FFF2-40B4-BE49-F238E27FC236}">
                <a16:creationId xmlns:a16="http://schemas.microsoft.com/office/drawing/2014/main" id="{FF38BC5A-AB95-0299-AC41-E664CA56B7D1}"/>
              </a:ext>
            </a:extLst>
          </p:cNvPr>
          <p:cNvSpPr>
            <a:spLocks noChangeArrowheads="1"/>
          </p:cNvSpPr>
          <p:nvPr/>
        </p:nvSpPr>
        <p:spPr bwMode="auto">
          <a:xfrm>
            <a:off x="8198215" y="3212886"/>
            <a:ext cx="3917950" cy="2113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6675" tIns="26988" rIns="66675" bIns="26988">
            <a:spAutoFit/>
          </a:bodyPr>
          <a:lstStyle>
            <a:lvl1pPr defTabSz="950913">
              <a:defRPr sz="2400">
                <a:solidFill>
                  <a:schemeClr val="tx1"/>
                </a:solidFill>
                <a:latin typeface="Times New Roman" panose="02020603050405020304" pitchFamily="18" charset="0"/>
              </a:defRPr>
            </a:lvl1pPr>
            <a:lvl2pPr marL="476250" defTabSz="950913">
              <a:defRPr sz="2400">
                <a:solidFill>
                  <a:schemeClr val="tx1"/>
                </a:solidFill>
                <a:latin typeface="Times New Roman" panose="02020603050405020304" pitchFamily="18" charset="0"/>
              </a:defRPr>
            </a:lvl2pPr>
            <a:lvl3pPr marL="950913" defTabSz="950913">
              <a:defRPr sz="2400">
                <a:solidFill>
                  <a:schemeClr val="tx1"/>
                </a:solidFill>
                <a:latin typeface="Times New Roman" panose="02020603050405020304" pitchFamily="18" charset="0"/>
              </a:defRPr>
            </a:lvl3pPr>
            <a:lvl4pPr marL="1427163" defTabSz="950913">
              <a:defRPr sz="2400">
                <a:solidFill>
                  <a:schemeClr val="tx1"/>
                </a:solidFill>
                <a:latin typeface="Times New Roman" panose="02020603050405020304" pitchFamily="18" charset="0"/>
              </a:defRPr>
            </a:lvl4pPr>
            <a:lvl5pPr marL="1901825" defTabSz="950913">
              <a:defRPr sz="2400">
                <a:solidFill>
                  <a:schemeClr val="tx1"/>
                </a:solidFill>
                <a:latin typeface="Times New Roman" panose="02020603050405020304" pitchFamily="18" charset="0"/>
              </a:defRPr>
            </a:lvl5pPr>
            <a:lvl6pPr marL="2359025" defTabSz="950913" fontAlgn="base">
              <a:spcBef>
                <a:spcPct val="0"/>
              </a:spcBef>
              <a:spcAft>
                <a:spcPct val="0"/>
              </a:spcAft>
              <a:defRPr sz="2400">
                <a:solidFill>
                  <a:schemeClr val="tx1"/>
                </a:solidFill>
                <a:latin typeface="Times New Roman" panose="02020603050405020304" pitchFamily="18" charset="0"/>
              </a:defRPr>
            </a:lvl6pPr>
            <a:lvl7pPr marL="2816225" defTabSz="950913" fontAlgn="base">
              <a:spcBef>
                <a:spcPct val="0"/>
              </a:spcBef>
              <a:spcAft>
                <a:spcPct val="0"/>
              </a:spcAft>
              <a:defRPr sz="2400">
                <a:solidFill>
                  <a:schemeClr val="tx1"/>
                </a:solidFill>
                <a:latin typeface="Times New Roman" panose="02020603050405020304" pitchFamily="18" charset="0"/>
              </a:defRPr>
            </a:lvl7pPr>
            <a:lvl8pPr marL="3273425" defTabSz="950913" fontAlgn="base">
              <a:spcBef>
                <a:spcPct val="0"/>
              </a:spcBef>
              <a:spcAft>
                <a:spcPct val="0"/>
              </a:spcAft>
              <a:defRPr sz="2400">
                <a:solidFill>
                  <a:schemeClr val="tx1"/>
                </a:solidFill>
                <a:latin typeface="Times New Roman" panose="02020603050405020304" pitchFamily="18" charset="0"/>
              </a:defRPr>
            </a:lvl8pPr>
            <a:lvl9pPr marL="3730625" defTabSz="950913" fontAlgn="base">
              <a:spcBef>
                <a:spcPct val="0"/>
              </a:spcBef>
              <a:spcAft>
                <a:spcPct val="0"/>
              </a:spcAft>
              <a:defRPr sz="2400">
                <a:solidFill>
                  <a:schemeClr val="tx1"/>
                </a:solidFill>
                <a:latin typeface="Times New Roman" panose="02020603050405020304" pitchFamily="18" charset="0"/>
              </a:defRPr>
            </a:lvl9pPr>
          </a:lstStyle>
          <a:p>
            <a:pPr>
              <a:lnSpc>
                <a:spcPct val="88000"/>
              </a:lnSpc>
            </a:pPr>
            <a:r>
              <a:rPr lang="en-US" altLang="en-US" sz="1900" b="1" dirty="0"/>
              <a:t>Interrupt Disable bits.</a:t>
            </a:r>
          </a:p>
          <a:p>
            <a:pPr>
              <a:lnSpc>
                <a:spcPct val="88000"/>
              </a:lnSpc>
            </a:pPr>
            <a:r>
              <a:rPr lang="en-US" altLang="en-US" sz="1900" dirty="0"/>
              <a:t>       I</a:t>
            </a:r>
            <a:r>
              <a:rPr lang="en-US" altLang="en-US" sz="1900" b="0" dirty="0"/>
              <a:t>  = 1, disables the IRQ.</a:t>
            </a:r>
          </a:p>
          <a:p>
            <a:pPr>
              <a:lnSpc>
                <a:spcPct val="88000"/>
              </a:lnSpc>
            </a:pPr>
            <a:r>
              <a:rPr lang="en-US" altLang="en-US" sz="1900" b="0" dirty="0"/>
              <a:t>       </a:t>
            </a:r>
            <a:r>
              <a:rPr lang="en-US" altLang="en-US" sz="1900" dirty="0"/>
              <a:t>F</a:t>
            </a:r>
            <a:r>
              <a:rPr lang="en-US" altLang="en-US" sz="1900" b="0" dirty="0"/>
              <a:t> = 1, disables the FIQ.</a:t>
            </a:r>
            <a:endParaRPr lang="en-US" altLang="en-US" sz="1900" dirty="0"/>
          </a:p>
          <a:p>
            <a:pPr>
              <a:lnSpc>
                <a:spcPct val="88000"/>
              </a:lnSpc>
            </a:pPr>
            <a:endParaRPr lang="en-US" altLang="en-US" sz="1900" dirty="0"/>
          </a:p>
          <a:p>
            <a:pPr>
              <a:lnSpc>
                <a:spcPct val="88000"/>
              </a:lnSpc>
            </a:pPr>
            <a:r>
              <a:rPr lang="en-US" altLang="en-US" sz="1900" b="1" dirty="0"/>
              <a:t> T Bit      (Architecture v4T only)</a:t>
            </a:r>
          </a:p>
          <a:p>
            <a:pPr>
              <a:lnSpc>
                <a:spcPct val="88000"/>
              </a:lnSpc>
            </a:pPr>
            <a:r>
              <a:rPr lang="en-US" altLang="en-US" sz="1900" b="0" dirty="0"/>
              <a:t>       T = 0, Processor in ARM state</a:t>
            </a:r>
          </a:p>
          <a:p>
            <a:pPr>
              <a:lnSpc>
                <a:spcPct val="88000"/>
              </a:lnSpc>
            </a:pPr>
            <a:r>
              <a:rPr lang="en-US" altLang="en-US" sz="1900" b="0" dirty="0"/>
              <a:t>       T = 1, Processor in Thumb state </a:t>
            </a:r>
            <a:br>
              <a:rPr lang="en-US" altLang="en-US" sz="1900" b="0" dirty="0"/>
            </a:br>
            <a:endParaRPr lang="en-US" altLang="en-US" sz="1900" b="0" dirty="0"/>
          </a:p>
        </p:txBody>
      </p:sp>
      <p:grpSp>
        <p:nvGrpSpPr>
          <p:cNvPr id="348" name="Group 62">
            <a:extLst>
              <a:ext uri="{FF2B5EF4-FFF2-40B4-BE49-F238E27FC236}">
                <a16:creationId xmlns:a16="http://schemas.microsoft.com/office/drawing/2014/main" id="{7E51EB9D-15CA-FC92-3137-2B955D9BDF37}"/>
              </a:ext>
            </a:extLst>
          </p:cNvPr>
          <p:cNvGrpSpPr>
            <a:grpSpLocks/>
          </p:cNvGrpSpPr>
          <p:nvPr/>
        </p:nvGrpSpPr>
        <p:grpSpPr bwMode="auto">
          <a:xfrm>
            <a:off x="4578715" y="1536486"/>
            <a:ext cx="7027862" cy="1019175"/>
            <a:chOff x="697" y="1325"/>
            <a:chExt cx="4427" cy="642"/>
          </a:xfrm>
        </p:grpSpPr>
        <p:sp>
          <p:nvSpPr>
            <p:cNvPr id="349" name="Line 11">
              <a:extLst>
                <a:ext uri="{FF2B5EF4-FFF2-40B4-BE49-F238E27FC236}">
                  <a16:creationId xmlns:a16="http://schemas.microsoft.com/office/drawing/2014/main" id="{A70887E4-7EE0-6711-C417-5BEF0C957C8F}"/>
                </a:ext>
              </a:extLst>
            </p:cNvPr>
            <p:cNvSpPr>
              <a:spLocks noChangeShapeType="1"/>
            </p:cNvSpPr>
            <p:nvPr/>
          </p:nvSpPr>
          <p:spPr bwMode="auto">
            <a:xfrm flipV="1">
              <a:off x="697" y="1763"/>
              <a:ext cx="203" cy="20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350" name="Group 61">
              <a:extLst>
                <a:ext uri="{FF2B5EF4-FFF2-40B4-BE49-F238E27FC236}">
                  <a16:creationId xmlns:a16="http://schemas.microsoft.com/office/drawing/2014/main" id="{D76F5A54-6637-78EA-E01D-707F728E1687}"/>
                </a:ext>
              </a:extLst>
            </p:cNvPr>
            <p:cNvGrpSpPr>
              <a:grpSpLocks/>
            </p:cNvGrpSpPr>
            <p:nvPr/>
          </p:nvGrpSpPr>
          <p:grpSpPr bwMode="auto">
            <a:xfrm>
              <a:off x="867" y="1325"/>
              <a:ext cx="4257" cy="619"/>
              <a:chOff x="867" y="1325"/>
              <a:chExt cx="4257" cy="619"/>
            </a:xfrm>
          </p:grpSpPr>
          <p:sp>
            <p:nvSpPr>
              <p:cNvPr id="351" name="Rectangle 12">
                <a:extLst>
                  <a:ext uri="{FF2B5EF4-FFF2-40B4-BE49-F238E27FC236}">
                    <a16:creationId xmlns:a16="http://schemas.microsoft.com/office/drawing/2014/main" id="{D044521A-D045-8F3A-0478-4083FB1BD736}"/>
                  </a:ext>
                </a:extLst>
              </p:cNvPr>
              <p:cNvSpPr>
                <a:spLocks noChangeArrowheads="1"/>
              </p:cNvSpPr>
              <p:nvPr/>
            </p:nvSpPr>
            <p:spPr bwMode="auto">
              <a:xfrm>
                <a:off x="4276" y="1510"/>
                <a:ext cx="83" cy="189"/>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2" name="Rectangle 13">
                <a:extLst>
                  <a:ext uri="{FF2B5EF4-FFF2-40B4-BE49-F238E27FC236}">
                    <a16:creationId xmlns:a16="http://schemas.microsoft.com/office/drawing/2014/main" id="{5D642EA4-61A6-EAD2-D8CF-4A0B624F4A2E}"/>
                  </a:ext>
                </a:extLst>
              </p:cNvPr>
              <p:cNvSpPr>
                <a:spLocks noChangeArrowheads="1"/>
              </p:cNvSpPr>
              <p:nvPr/>
            </p:nvSpPr>
            <p:spPr bwMode="auto">
              <a:xfrm>
                <a:off x="883" y="1497"/>
                <a:ext cx="571" cy="197"/>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3" name="Rectangle 14">
                <a:extLst>
                  <a:ext uri="{FF2B5EF4-FFF2-40B4-BE49-F238E27FC236}">
                    <a16:creationId xmlns:a16="http://schemas.microsoft.com/office/drawing/2014/main" id="{82925A29-C020-8BE0-2706-F8959B427F28}"/>
                  </a:ext>
                </a:extLst>
              </p:cNvPr>
              <p:cNvSpPr>
                <a:spLocks noChangeArrowheads="1"/>
              </p:cNvSpPr>
              <p:nvPr/>
            </p:nvSpPr>
            <p:spPr bwMode="auto">
              <a:xfrm>
                <a:off x="4525" y="1493"/>
                <a:ext cx="566" cy="193"/>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4" name="Rectangle 15">
                <a:extLst>
                  <a:ext uri="{FF2B5EF4-FFF2-40B4-BE49-F238E27FC236}">
                    <a16:creationId xmlns:a16="http://schemas.microsoft.com/office/drawing/2014/main" id="{3847EF44-6921-429F-6CC3-828EDFE9B1C9}"/>
                  </a:ext>
                </a:extLst>
              </p:cNvPr>
              <p:cNvSpPr>
                <a:spLocks noChangeArrowheads="1"/>
              </p:cNvSpPr>
              <p:nvPr/>
            </p:nvSpPr>
            <p:spPr bwMode="auto">
              <a:xfrm>
                <a:off x="4118" y="1493"/>
                <a:ext cx="258" cy="197"/>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5" name="Line 16">
                <a:extLst>
                  <a:ext uri="{FF2B5EF4-FFF2-40B4-BE49-F238E27FC236}">
                    <a16:creationId xmlns:a16="http://schemas.microsoft.com/office/drawing/2014/main" id="{B99EBE7B-5144-AF13-3194-0136D06339D9}"/>
                  </a:ext>
                </a:extLst>
              </p:cNvPr>
              <p:cNvSpPr>
                <a:spLocks noChangeShapeType="1"/>
              </p:cNvSpPr>
              <p:nvPr/>
            </p:nvSpPr>
            <p:spPr bwMode="auto">
              <a:xfrm>
                <a:off x="1715" y="1481"/>
                <a:ext cx="0" cy="5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6" name="Line 17">
                <a:extLst>
                  <a:ext uri="{FF2B5EF4-FFF2-40B4-BE49-F238E27FC236}">
                    <a16:creationId xmlns:a16="http://schemas.microsoft.com/office/drawing/2014/main" id="{B4C25BC6-3673-020F-F431-6703295C7DE3}"/>
                  </a:ext>
                </a:extLst>
              </p:cNvPr>
              <p:cNvSpPr>
                <a:spLocks noChangeShapeType="1"/>
              </p:cNvSpPr>
              <p:nvPr/>
            </p:nvSpPr>
            <p:spPr bwMode="auto">
              <a:xfrm>
                <a:off x="1847"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7" name="Line 18">
                <a:extLst>
                  <a:ext uri="{FF2B5EF4-FFF2-40B4-BE49-F238E27FC236}">
                    <a16:creationId xmlns:a16="http://schemas.microsoft.com/office/drawing/2014/main" id="{E319E492-F7CA-077D-25A7-8CE586287A66}"/>
                  </a:ext>
                </a:extLst>
              </p:cNvPr>
              <p:cNvSpPr>
                <a:spLocks noChangeShapeType="1"/>
              </p:cNvSpPr>
              <p:nvPr/>
            </p:nvSpPr>
            <p:spPr bwMode="auto">
              <a:xfrm>
                <a:off x="1979"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8" name="Line 19">
                <a:extLst>
                  <a:ext uri="{FF2B5EF4-FFF2-40B4-BE49-F238E27FC236}">
                    <a16:creationId xmlns:a16="http://schemas.microsoft.com/office/drawing/2014/main" id="{77E54B5E-9314-89E7-223A-976E7AE64A92}"/>
                  </a:ext>
                </a:extLst>
              </p:cNvPr>
              <p:cNvSpPr>
                <a:spLocks noChangeShapeType="1"/>
              </p:cNvSpPr>
              <p:nvPr/>
            </p:nvSpPr>
            <p:spPr bwMode="auto">
              <a:xfrm>
                <a:off x="2112"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9" name="Line 20">
                <a:extLst>
                  <a:ext uri="{FF2B5EF4-FFF2-40B4-BE49-F238E27FC236}">
                    <a16:creationId xmlns:a16="http://schemas.microsoft.com/office/drawing/2014/main" id="{EFB7DF50-2612-E83B-4920-35EB3378B738}"/>
                  </a:ext>
                </a:extLst>
              </p:cNvPr>
              <p:cNvSpPr>
                <a:spLocks noChangeShapeType="1"/>
              </p:cNvSpPr>
              <p:nvPr/>
            </p:nvSpPr>
            <p:spPr bwMode="auto">
              <a:xfrm>
                <a:off x="2245"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0" name="Line 21">
                <a:extLst>
                  <a:ext uri="{FF2B5EF4-FFF2-40B4-BE49-F238E27FC236}">
                    <a16:creationId xmlns:a16="http://schemas.microsoft.com/office/drawing/2014/main" id="{4AB42976-29DF-E75D-5F7B-F2691A826795}"/>
                  </a:ext>
                </a:extLst>
              </p:cNvPr>
              <p:cNvSpPr>
                <a:spLocks noChangeShapeType="1"/>
              </p:cNvSpPr>
              <p:nvPr/>
            </p:nvSpPr>
            <p:spPr bwMode="auto">
              <a:xfrm>
                <a:off x="2377"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1" name="Line 22">
                <a:extLst>
                  <a:ext uri="{FF2B5EF4-FFF2-40B4-BE49-F238E27FC236}">
                    <a16:creationId xmlns:a16="http://schemas.microsoft.com/office/drawing/2014/main" id="{0350DAE6-90C6-8FA6-8AAA-AB33F03CDB1F}"/>
                  </a:ext>
                </a:extLst>
              </p:cNvPr>
              <p:cNvSpPr>
                <a:spLocks noChangeShapeType="1"/>
              </p:cNvSpPr>
              <p:nvPr/>
            </p:nvSpPr>
            <p:spPr bwMode="auto">
              <a:xfrm>
                <a:off x="2510"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2" name="Line 23">
                <a:extLst>
                  <a:ext uri="{FF2B5EF4-FFF2-40B4-BE49-F238E27FC236}">
                    <a16:creationId xmlns:a16="http://schemas.microsoft.com/office/drawing/2014/main" id="{724A898B-49DE-3F28-A8AD-AC740F432178}"/>
                  </a:ext>
                </a:extLst>
              </p:cNvPr>
              <p:cNvSpPr>
                <a:spLocks noChangeShapeType="1"/>
              </p:cNvSpPr>
              <p:nvPr/>
            </p:nvSpPr>
            <p:spPr bwMode="auto">
              <a:xfrm>
                <a:off x="2641"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3" name="Line 24">
                <a:extLst>
                  <a:ext uri="{FF2B5EF4-FFF2-40B4-BE49-F238E27FC236}">
                    <a16:creationId xmlns:a16="http://schemas.microsoft.com/office/drawing/2014/main" id="{F35FBD24-0755-6B56-6737-DE1F747C7533}"/>
                  </a:ext>
                </a:extLst>
              </p:cNvPr>
              <p:cNvSpPr>
                <a:spLocks noChangeShapeType="1"/>
              </p:cNvSpPr>
              <p:nvPr/>
            </p:nvSpPr>
            <p:spPr bwMode="auto">
              <a:xfrm>
                <a:off x="2782"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4" name="Line 25">
                <a:extLst>
                  <a:ext uri="{FF2B5EF4-FFF2-40B4-BE49-F238E27FC236}">
                    <a16:creationId xmlns:a16="http://schemas.microsoft.com/office/drawing/2014/main" id="{F8C6F9AC-1C11-9F99-94C4-6360C63A6825}"/>
                  </a:ext>
                </a:extLst>
              </p:cNvPr>
              <p:cNvSpPr>
                <a:spLocks noChangeShapeType="1"/>
              </p:cNvSpPr>
              <p:nvPr/>
            </p:nvSpPr>
            <p:spPr bwMode="auto">
              <a:xfrm>
                <a:off x="2907"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5" name="Line 26">
                <a:extLst>
                  <a:ext uri="{FF2B5EF4-FFF2-40B4-BE49-F238E27FC236}">
                    <a16:creationId xmlns:a16="http://schemas.microsoft.com/office/drawing/2014/main" id="{9B4E5B12-566E-F61C-F75D-DDED602B5727}"/>
                  </a:ext>
                </a:extLst>
              </p:cNvPr>
              <p:cNvSpPr>
                <a:spLocks noChangeShapeType="1"/>
              </p:cNvSpPr>
              <p:nvPr/>
            </p:nvSpPr>
            <p:spPr bwMode="auto">
              <a:xfrm>
                <a:off x="3056"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6" name="Line 27">
                <a:extLst>
                  <a:ext uri="{FF2B5EF4-FFF2-40B4-BE49-F238E27FC236}">
                    <a16:creationId xmlns:a16="http://schemas.microsoft.com/office/drawing/2014/main" id="{E2014922-7F99-BD1F-C6F7-26647D9E7A90}"/>
                  </a:ext>
                </a:extLst>
              </p:cNvPr>
              <p:cNvSpPr>
                <a:spLocks noChangeShapeType="1"/>
              </p:cNvSpPr>
              <p:nvPr/>
            </p:nvSpPr>
            <p:spPr bwMode="auto">
              <a:xfrm>
                <a:off x="3188"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7" name="Line 28">
                <a:extLst>
                  <a:ext uri="{FF2B5EF4-FFF2-40B4-BE49-F238E27FC236}">
                    <a16:creationId xmlns:a16="http://schemas.microsoft.com/office/drawing/2014/main" id="{DE21CE9E-45F9-4046-CAE0-A64878108E8F}"/>
                  </a:ext>
                </a:extLst>
              </p:cNvPr>
              <p:cNvSpPr>
                <a:spLocks noChangeShapeType="1"/>
              </p:cNvSpPr>
              <p:nvPr/>
            </p:nvSpPr>
            <p:spPr bwMode="auto">
              <a:xfrm>
                <a:off x="3320"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8" name="Line 29">
                <a:extLst>
                  <a:ext uri="{FF2B5EF4-FFF2-40B4-BE49-F238E27FC236}">
                    <a16:creationId xmlns:a16="http://schemas.microsoft.com/office/drawing/2014/main" id="{DE952F6D-EFBB-0CCA-EA98-A727B2BB2E35}"/>
                  </a:ext>
                </a:extLst>
              </p:cNvPr>
              <p:cNvSpPr>
                <a:spLocks noChangeShapeType="1"/>
              </p:cNvSpPr>
              <p:nvPr/>
            </p:nvSpPr>
            <p:spPr bwMode="auto">
              <a:xfrm>
                <a:off x="3453"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69" name="Line 30">
                <a:extLst>
                  <a:ext uri="{FF2B5EF4-FFF2-40B4-BE49-F238E27FC236}">
                    <a16:creationId xmlns:a16="http://schemas.microsoft.com/office/drawing/2014/main" id="{3031F79F-D461-34E2-B166-2BBA00550FE9}"/>
                  </a:ext>
                </a:extLst>
              </p:cNvPr>
              <p:cNvSpPr>
                <a:spLocks noChangeShapeType="1"/>
              </p:cNvSpPr>
              <p:nvPr/>
            </p:nvSpPr>
            <p:spPr bwMode="auto">
              <a:xfrm>
                <a:off x="3585"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0" name="Line 31">
                <a:extLst>
                  <a:ext uri="{FF2B5EF4-FFF2-40B4-BE49-F238E27FC236}">
                    <a16:creationId xmlns:a16="http://schemas.microsoft.com/office/drawing/2014/main" id="{62D0CE31-46DD-81E5-59D1-2978BCF3420E}"/>
                  </a:ext>
                </a:extLst>
              </p:cNvPr>
              <p:cNvSpPr>
                <a:spLocks noChangeShapeType="1"/>
              </p:cNvSpPr>
              <p:nvPr/>
            </p:nvSpPr>
            <p:spPr bwMode="auto">
              <a:xfrm>
                <a:off x="3718"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1" name="Line 32">
                <a:extLst>
                  <a:ext uri="{FF2B5EF4-FFF2-40B4-BE49-F238E27FC236}">
                    <a16:creationId xmlns:a16="http://schemas.microsoft.com/office/drawing/2014/main" id="{AD7DBF6D-4637-7CF1-5B1D-C9F9D1F00D7B}"/>
                  </a:ext>
                </a:extLst>
              </p:cNvPr>
              <p:cNvSpPr>
                <a:spLocks noChangeShapeType="1"/>
              </p:cNvSpPr>
              <p:nvPr/>
            </p:nvSpPr>
            <p:spPr bwMode="auto">
              <a:xfrm>
                <a:off x="3850"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2" name="Line 33">
                <a:extLst>
                  <a:ext uri="{FF2B5EF4-FFF2-40B4-BE49-F238E27FC236}">
                    <a16:creationId xmlns:a16="http://schemas.microsoft.com/office/drawing/2014/main" id="{A6AB2914-93EA-CEEF-EFBD-7D5FF03ACEE7}"/>
                  </a:ext>
                </a:extLst>
              </p:cNvPr>
              <p:cNvSpPr>
                <a:spLocks noChangeShapeType="1"/>
              </p:cNvSpPr>
              <p:nvPr/>
            </p:nvSpPr>
            <p:spPr bwMode="auto">
              <a:xfrm>
                <a:off x="3982"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3" name="Line 34">
                <a:extLst>
                  <a:ext uri="{FF2B5EF4-FFF2-40B4-BE49-F238E27FC236}">
                    <a16:creationId xmlns:a16="http://schemas.microsoft.com/office/drawing/2014/main" id="{BFF6C61B-F106-0F0B-FA94-DCB0C96FF9B1}"/>
                  </a:ext>
                </a:extLst>
              </p:cNvPr>
              <p:cNvSpPr>
                <a:spLocks noChangeShapeType="1"/>
              </p:cNvSpPr>
              <p:nvPr/>
            </p:nvSpPr>
            <p:spPr bwMode="auto">
              <a:xfrm>
                <a:off x="4114" y="1481"/>
                <a:ext cx="0" cy="22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4" name="Line 35">
                <a:extLst>
                  <a:ext uri="{FF2B5EF4-FFF2-40B4-BE49-F238E27FC236}">
                    <a16:creationId xmlns:a16="http://schemas.microsoft.com/office/drawing/2014/main" id="{3537E5E5-156B-AA2D-2663-A1C77939E8BB}"/>
                  </a:ext>
                </a:extLst>
              </p:cNvPr>
              <p:cNvSpPr>
                <a:spLocks noChangeShapeType="1"/>
              </p:cNvSpPr>
              <p:nvPr/>
            </p:nvSpPr>
            <p:spPr bwMode="auto">
              <a:xfrm>
                <a:off x="4247" y="1481"/>
                <a:ext cx="0" cy="22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5" name="Line 36">
                <a:extLst>
                  <a:ext uri="{FF2B5EF4-FFF2-40B4-BE49-F238E27FC236}">
                    <a16:creationId xmlns:a16="http://schemas.microsoft.com/office/drawing/2014/main" id="{49E374EA-3859-FC6A-8C4E-9709CE762774}"/>
                  </a:ext>
                </a:extLst>
              </p:cNvPr>
              <p:cNvSpPr>
                <a:spLocks noChangeShapeType="1"/>
              </p:cNvSpPr>
              <p:nvPr/>
            </p:nvSpPr>
            <p:spPr bwMode="auto">
              <a:xfrm>
                <a:off x="4380" y="1489"/>
                <a:ext cx="0" cy="21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6" name="Line 37">
                <a:extLst>
                  <a:ext uri="{FF2B5EF4-FFF2-40B4-BE49-F238E27FC236}">
                    <a16:creationId xmlns:a16="http://schemas.microsoft.com/office/drawing/2014/main" id="{5F0C8308-448D-0998-8618-F4DD2B9D5CCE}"/>
                  </a:ext>
                </a:extLst>
              </p:cNvPr>
              <p:cNvSpPr>
                <a:spLocks noChangeShapeType="1"/>
              </p:cNvSpPr>
              <p:nvPr/>
            </p:nvSpPr>
            <p:spPr bwMode="auto">
              <a:xfrm>
                <a:off x="4521" y="1481"/>
                <a:ext cx="0" cy="22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7" name="Line 38">
                <a:extLst>
                  <a:ext uri="{FF2B5EF4-FFF2-40B4-BE49-F238E27FC236}">
                    <a16:creationId xmlns:a16="http://schemas.microsoft.com/office/drawing/2014/main" id="{95FE14A0-B9CC-3908-8F10-0B0DC902A3F0}"/>
                  </a:ext>
                </a:extLst>
              </p:cNvPr>
              <p:cNvSpPr>
                <a:spLocks noChangeShapeType="1"/>
              </p:cNvSpPr>
              <p:nvPr/>
            </p:nvSpPr>
            <p:spPr bwMode="auto">
              <a:xfrm>
                <a:off x="4645"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8" name="Line 39">
                <a:extLst>
                  <a:ext uri="{FF2B5EF4-FFF2-40B4-BE49-F238E27FC236}">
                    <a16:creationId xmlns:a16="http://schemas.microsoft.com/office/drawing/2014/main" id="{5EBD6312-F4A0-5782-8ED1-FA1282E2D605}"/>
                  </a:ext>
                </a:extLst>
              </p:cNvPr>
              <p:cNvSpPr>
                <a:spLocks noChangeShapeType="1"/>
              </p:cNvSpPr>
              <p:nvPr/>
            </p:nvSpPr>
            <p:spPr bwMode="auto">
              <a:xfrm>
                <a:off x="4760"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79" name="Line 40">
                <a:extLst>
                  <a:ext uri="{FF2B5EF4-FFF2-40B4-BE49-F238E27FC236}">
                    <a16:creationId xmlns:a16="http://schemas.microsoft.com/office/drawing/2014/main" id="{D5C5FE0B-1A89-C8F9-DBD3-21E690A4F50C}"/>
                  </a:ext>
                </a:extLst>
              </p:cNvPr>
              <p:cNvSpPr>
                <a:spLocks noChangeShapeType="1"/>
              </p:cNvSpPr>
              <p:nvPr/>
            </p:nvSpPr>
            <p:spPr bwMode="auto">
              <a:xfrm>
                <a:off x="4884" y="1489"/>
                <a:ext cx="0" cy="5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80" name="Line 41">
                <a:extLst>
                  <a:ext uri="{FF2B5EF4-FFF2-40B4-BE49-F238E27FC236}">
                    <a16:creationId xmlns:a16="http://schemas.microsoft.com/office/drawing/2014/main" id="{06EA0385-D062-1B78-3374-54CA63B4D434}"/>
                  </a:ext>
                </a:extLst>
              </p:cNvPr>
              <p:cNvSpPr>
                <a:spLocks noChangeShapeType="1"/>
              </p:cNvSpPr>
              <p:nvPr/>
            </p:nvSpPr>
            <p:spPr bwMode="auto">
              <a:xfrm>
                <a:off x="5000"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81" name="Line 42">
                <a:extLst>
                  <a:ext uri="{FF2B5EF4-FFF2-40B4-BE49-F238E27FC236}">
                    <a16:creationId xmlns:a16="http://schemas.microsoft.com/office/drawing/2014/main" id="{0216A6E7-B7D7-8285-AE94-D40E161DCA9F}"/>
                  </a:ext>
                </a:extLst>
              </p:cNvPr>
              <p:cNvSpPr>
                <a:spLocks noChangeShapeType="1"/>
              </p:cNvSpPr>
              <p:nvPr/>
            </p:nvSpPr>
            <p:spPr bwMode="auto">
              <a:xfrm>
                <a:off x="1172" y="1485"/>
                <a:ext cx="0" cy="22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82" name="Line 43">
                <a:extLst>
                  <a:ext uri="{FF2B5EF4-FFF2-40B4-BE49-F238E27FC236}">
                    <a16:creationId xmlns:a16="http://schemas.microsoft.com/office/drawing/2014/main" id="{1C3BC679-6B6D-2A49-0C01-CB31434AF42C}"/>
                  </a:ext>
                </a:extLst>
              </p:cNvPr>
              <p:cNvSpPr>
                <a:spLocks noChangeShapeType="1"/>
              </p:cNvSpPr>
              <p:nvPr/>
            </p:nvSpPr>
            <p:spPr bwMode="auto">
              <a:xfrm>
                <a:off x="1313" y="1485"/>
                <a:ext cx="0" cy="21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83" name="Rectangle 44">
                <a:extLst>
                  <a:ext uri="{FF2B5EF4-FFF2-40B4-BE49-F238E27FC236}">
                    <a16:creationId xmlns:a16="http://schemas.microsoft.com/office/drawing/2014/main" id="{C35F5E11-8309-773A-7562-1CE78DB5AC31}"/>
                  </a:ext>
                </a:extLst>
              </p:cNvPr>
              <p:cNvSpPr>
                <a:spLocks noChangeArrowheads="1"/>
              </p:cNvSpPr>
              <p:nvPr/>
            </p:nvSpPr>
            <p:spPr bwMode="auto">
              <a:xfrm>
                <a:off x="4620" y="1562"/>
                <a:ext cx="377"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r>
                  <a:rPr lang="en-US" altLang="en-US" sz="1500"/>
                  <a:t>Mode</a:t>
                </a:r>
              </a:p>
            </p:txBody>
          </p:sp>
          <p:sp>
            <p:nvSpPr>
              <p:cNvPr id="384" name="Rectangle 45">
                <a:extLst>
                  <a:ext uri="{FF2B5EF4-FFF2-40B4-BE49-F238E27FC236}">
                    <a16:creationId xmlns:a16="http://schemas.microsoft.com/office/drawing/2014/main" id="{33ECEE2E-33FA-6C0C-3041-9A55E87F6EA5}"/>
                  </a:ext>
                </a:extLst>
              </p:cNvPr>
              <p:cNvSpPr>
                <a:spLocks noChangeArrowheads="1"/>
              </p:cNvSpPr>
              <p:nvPr/>
            </p:nvSpPr>
            <p:spPr bwMode="auto">
              <a:xfrm>
                <a:off x="876" y="1531"/>
                <a:ext cx="155"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r>
                  <a:rPr lang="en-US" altLang="en-US" sz="1500" dirty="0"/>
                  <a:t>N</a:t>
                </a:r>
              </a:p>
            </p:txBody>
          </p:sp>
          <p:sp>
            <p:nvSpPr>
              <p:cNvPr id="385" name="Rectangle 46">
                <a:extLst>
                  <a:ext uri="{FF2B5EF4-FFF2-40B4-BE49-F238E27FC236}">
                    <a16:creationId xmlns:a16="http://schemas.microsoft.com/office/drawing/2014/main" id="{8CF4DA43-1128-1562-9F04-414FA3CBDB3E}"/>
                  </a:ext>
                </a:extLst>
              </p:cNvPr>
              <p:cNvSpPr>
                <a:spLocks noChangeArrowheads="1"/>
              </p:cNvSpPr>
              <p:nvPr/>
            </p:nvSpPr>
            <p:spPr bwMode="auto">
              <a:xfrm>
                <a:off x="1029" y="1526"/>
                <a:ext cx="164"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r>
                  <a:rPr lang="en-US" altLang="en-US" sz="1500"/>
                  <a:t>Z</a:t>
                </a:r>
              </a:p>
            </p:txBody>
          </p:sp>
          <p:sp>
            <p:nvSpPr>
              <p:cNvPr id="386" name="Rectangle 47">
                <a:extLst>
                  <a:ext uri="{FF2B5EF4-FFF2-40B4-BE49-F238E27FC236}">
                    <a16:creationId xmlns:a16="http://schemas.microsoft.com/office/drawing/2014/main" id="{2D18F008-DFA7-C4DF-E216-8E1323049026}"/>
                  </a:ext>
                </a:extLst>
              </p:cNvPr>
              <p:cNvSpPr>
                <a:spLocks noChangeArrowheads="1"/>
              </p:cNvSpPr>
              <p:nvPr/>
            </p:nvSpPr>
            <p:spPr bwMode="auto">
              <a:xfrm>
                <a:off x="1177" y="1526"/>
                <a:ext cx="171"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r>
                  <a:rPr lang="en-US" altLang="en-US" sz="1500"/>
                  <a:t>C</a:t>
                </a:r>
              </a:p>
            </p:txBody>
          </p:sp>
          <p:sp>
            <p:nvSpPr>
              <p:cNvPr id="387" name="Rectangle 48">
                <a:extLst>
                  <a:ext uri="{FF2B5EF4-FFF2-40B4-BE49-F238E27FC236}">
                    <a16:creationId xmlns:a16="http://schemas.microsoft.com/office/drawing/2014/main" id="{32F51615-B76A-8855-3FCE-EBA4BDA652A8}"/>
                  </a:ext>
                </a:extLst>
              </p:cNvPr>
              <p:cNvSpPr>
                <a:spLocks noChangeArrowheads="1"/>
              </p:cNvSpPr>
              <p:nvPr/>
            </p:nvSpPr>
            <p:spPr bwMode="auto">
              <a:xfrm>
                <a:off x="1301" y="1526"/>
                <a:ext cx="171"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r>
                  <a:rPr lang="en-US" altLang="en-US" sz="1500"/>
                  <a:t>V</a:t>
                </a:r>
              </a:p>
            </p:txBody>
          </p:sp>
          <p:sp>
            <p:nvSpPr>
              <p:cNvPr id="388" name="Rectangle 49">
                <a:extLst>
                  <a:ext uri="{FF2B5EF4-FFF2-40B4-BE49-F238E27FC236}">
                    <a16:creationId xmlns:a16="http://schemas.microsoft.com/office/drawing/2014/main" id="{39AA7338-2270-BD4E-540A-A6AF048CB1D4}"/>
                  </a:ext>
                </a:extLst>
              </p:cNvPr>
              <p:cNvSpPr>
                <a:spLocks noChangeArrowheads="1"/>
              </p:cNvSpPr>
              <p:nvPr/>
            </p:nvSpPr>
            <p:spPr bwMode="auto">
              <a:xfrm>
                <a:off x="1334" y="1325"/>
                <a:ext cx="16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000"/>
                  <a:t>28</a:t>
                </a:r>
              </a:p>
            </p:txBody>
          </p:sp>
          <p:sp>
            <p:nvSpPr>
              <p:cNvPr id="389" name="Rectangle 50">
                <a:extLst>
                  <a:ext uri="{FF2B5EF4-FFF2-40B4-BE49-F238E27FC236}">
                    <a16:creationId xmlns:a16="http://schemas.microsoft.com/office/drawing/2014/main" id="{B39105AA-ADD5-82A8-50A9-11A5F7C9E667}"/>
                  </a:ext>
                </a:extLst>
              </p:cNvPr>
              <p:cNvSpPr>
                <a:spLocks noChangeArrowheads="1"/>
              </p:cNvSpPr>
              <p:nvPr/>
            </p:nvSpPr>
            <p:spPr bwMode="auto">
              <a:xfrm>
                <a:off x="871" y="1334"/>
                <a:ext cx="16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000"/>
                  <a:t>31</a:t>
                </a:r>
              </a:p>
            </p:txBody>
          </p:sp>
          <p:sp>
            <p:nvSpPr>
              <p:cNvPr id="390" name="Rectangle 51">
                <a:extLst>
                  <a:ext uri="{FF2B5EF4-FFF2-40B4-BE49-F238E27FC236}">
                    <a16:creationId xmlns:a16="http://schemas.microsoft.com/office/drawing/2014/main" id="{4FF3B0EE-C9C3-7B23-B29E-36D5F0420BF2}"/>
                  </a:ext>
                </a:extLst>
              </p:cNvPr>
              <p:cNvSpPr>
                <a:spLocks noChangeArrowheads="1"/>
              </p:cNvSpPr>
              <p:nvPr/>
            </p:nvSpPr>
            <p:spPr bwMode="auto">
              <a:xfrm>
                <a:off x="3998" y="1334"/>
                <a:ext cx="12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000"/>
                  <a:t>8</a:t>
                </a:r>
              </a:p>
            </p:txBody>
          </p:sp>
          <p:sp>
            <p:nvSpPr>
              <p:cNvPr id="391" name="Rectangle 52">
                <a:extLst>
                  <a:ext uri="{FF2B5EF4-FFF2-40B4-BE49-F238E27FC236}">
                    <a16:creationId xmlns:a16="http://schemas.microsoft.com/office/drawing/2014/main" id="{574FFBC8-59E4-8B08-5986-63BAD300E7F4}"/>
                  </a:ext>
                </a:extLst>
              </p:cNvPr>
              <p:cNvSpPr>
                <a:spLocks noChangeArrowheads="1"/>
              </p:cNvSpPr>
              <p:nvPr/>
            </p:nvSpPr>
            <p:spPr bwMode="auto">
              <a:xfrm>
                <a:off x="4503" y="1325"/>
                <a:ext cx="12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000"/>
                  <a:t>4</a:t>
                </a:r>
              </a:p>
            </p:txBody>
          </p:sp>
          <p:sp>
            <p:nvSpPr>
              <p:cNvPr id="392" name="Rectangle 53">
                <a:extLst>
                  <a:ext uri="{FF2B5EF4-FFF2-40B4-BE49-F238E27FC236}">
                    <a16:creationId xmlns:a16="http://schemas.microsoft.com/office/drawing/2014/main" id="{B9876E22-53F6-2A29-F609-C227535F5C27}"/>
                  </a:ext>
                </a:extLst>
              </p:cNvPr>
              <p:cNvSpPr>
                <a:spLocks noChangeArrowheads="1"/>
              </p:cNvSpPr>
              <p:nvPr/>
            </p:nvSpPr>
            <p:spPr bwMode="auto">
              <a:xfrm>
                <a:off x="5000" y="1325"/>
                <a:ext cx="12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000"/>
                  <a:t>0</a:t>
                </a:r>
              </a:p>
            </p:txBody>
          </p:sp>
          <p:sp>
            <p:nvSpPr>
              <p:cNvPr id="393" name="Line 54">
                <a:extLst>
                  <a:ext uri="{FF2B5EF4-FFF2-40B4-BE49-F238E27FC236}">
                    <a16:creationId xmlns:a16="http://schemas.microsoft.com/office/drawing/2014/main" id="{2640B885-D163-28CB-CD5A-B4659FDBD3AD}"/>
                  </a:ext>
                </a:extLst>
              </p:cNvPr>
              <p:cNvSpPr>
                <a:spLocks noChangeShapeType="1"/>
              </p:cNvSpPr>
              <p:nvPr/>
            </p:nvSpPr>
            <p:spPr bwMode="auto">
              <a:xfrm>
                <a:off x="1463" y="1485"/>
                <a:ext cx="0" cy="22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94" name="Line 55">
                <a:extLst>
                  <a:ext uri="{FF2B5EF4-FFF2-40B4-BE49-F238E27FC236}">
                    <a16:creationId xmlns:a16="http://schemas.microsoft.com/office/drawing/2014/main" id="{D8D05BD2-D074-8996-5473-1489418352C3}"/>
                  </a:ext>
                </a:extLst>
              </p:cNvPr>
              <p:cNvSpPr>
                <a:spLocks noChangeShapeType="1"/>
              </p:cNvSpPr>
              <p:nvPr/>
            </p:nvSpPr>
            <p:spPr bwMode="auto">
              <a:xfrm>
                <a:off x="1583" y="1481"/>
                <a:ext cx="0" cy="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95" name="Line 56">
                <a:extLst>
                  <a:ext uri="{FF2B5EF4-FFF2-40B4-BE49-F238E27FC236}">
                    <a16:creationId xmlns:a16="http://schemas.microsoft.com/office/drawing/2014/main" id="{A95155FF-4AF8-2BD0-F2EC-BE273E2BD3B8}"/>
                  </a:ext>
                </a:extLst>
              </p:cNvPr>
              <p:cNvSpPr>
                <a:spLocks noChangeShapeType="1"/>
              </p:cNvSpPr>
              <p:nvPr/>
            </p:nvSpPr>
            <p:spPr bwMode="auto">
              <a:xfrm>
                <a:off x="1016" y="1485"/>
                <a:ext cx="0" cy="22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96" name="Rectangle 57">
                <a:extLst>
                  <a:ext uri="{FF2B5EF4-FFF2-40B4-BE49-F238E27FC236}">
                    <a16:creationId xmlns:a16="http://schemas.microsoft.com/office/drawing/2014/main" id="{CF686471-29BE-C405-E668-5FA99D6ED555}"/>
                  </a:ext>
                </a:extLst>
              </p:cNvPr>
              <p:cNvSpPr>
                <a:spLocks noChangeArrowheads="1"/>
              </p:cNvSpPr>
              <p:nvPr/>
            </p:nvSpPr>
            <p:spPr bwMode="auto">
              <a:xfrm>
                <a:off x="4122" y="1557"/>
                <a:ext cx="45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6675" tIns="26988" rIns="66675" bIns="26988">
                <a:spAutoFit/>
              </a:bodyPr>
              <a:lstStyle>
                <a:lvl1pPr defTabSz="947738">
                  <a:defRPr sz="2400">
                    <a:solidFill>
                      <a:schemeClr val="tx1"/>
                    </a:solidFill>
                    <a:latin typeface="Times New Roman" panose="02020603050405020304" pitchFamily="18" charset="0"/>
                  </a:defRPr>
                </a:lvl1pPr>
                <a:lvl2pPr marL="476250" defTabSz="947738">
                  <a:defRPr sz="2400">
                    <a:solidFill>
                      <a:schemeClr val="tx1"/>
                    </a:solidFill>
                    <a:latin typeface="Times New Roman" panose="02020603050405020304" pitchFamily="18" charset="0"/>
                  </a:defRPr>
                </a:lvl2pPr>
                <a:lvl3pPr marL="949325" defTabSz="947738">
                  <a:defRPr sz="2400">
                    <a:solidFill>
                      <a:schemeClr val="tx1"/>
                    </a:solidFill>
                    <a:latin typeface="Times New Roman" panose="02020603050405020304" pitchFamily="18" charset="0"/>
                  </a:defRPr>
                </a:lvl3pPr>
                <a:lvl4pPr marL="1425575" defTabSz="947738">
                  <a:defRPr sz="2400">
                    <a:solidFill>
                      <a:schemeClr val="tx1"/>
                    </a:solidFill>
                    <a:latin typeface="Times New Roman" panose="02020603050405020304" pitchFamily="18" charset="0"/>
                  </a:defRPr>
                </a:lvl4pPr>
                <a:lvl5pPr marL="1898650" defTabSz="947738">
                  <a:defRPr sz="2400">
                    <a:solidFill>
                      <a:schemeClr val="tx1"/>
                    </a:solidFill>
                    <a:latin typeface="Times New Roman" panose="02020603050405020304" pitchFamily="18" charset="0"/>
                  </a:defRPr>
                </a:lvl5pPr>
                <a:lvl6pPr marL="2355850" defTabSz="947738" fontAlgn="base">
                  <a:spcBef>
                    <a:spcPct val="0"/>
                  </a:spcBef>
                  <a:spcAft>
                    <a:spcPct val="0"/>
                  </a:spcAft>
                  <a:defRPr sz="2400">
                    <a:solidFill>
                      <a:schemeClr val="tx1"/>
                    </a:solidFill>
                    <a:latin typeface="Times New Roman" panose="02020603050405020304" pitchFamily="18" charset="0"/>
                  </a:defRPr>
                </a:lvl6pPr>
                <a:lvl7pPr marL="2813050" defTabSz="947738" fontAlgn="base">
                  <a:spcBef>
                    <a:spcPct val="0"/>
                  </a:spcBef>
                  <a:spcAft>
                    <a:spcPct val="0"/>
                  </a:spcAft>
                  <a:defRPr sz="2400">
                    <a:solidFill>
                      <a:schemeClr val="tx1"/>
                    </a:solidFill>
                    <a:latin typeface="Times New Roman" panose="02020603050405020304" pitchFamily="18" charset="0"/>
                  </a:defRPr>
                </a:lvl7pPr>
                <a:lvl8pPr marL="3270250" defTabSz="947738" fontAlgn="base">
                  <a:spcBef>
                    <a:spcPct val="0"/>
                  </a:spcBef>
                  <a:spcAft>
                    <a:spcPct val="0"/>
                  </a:spcAft>
                  <a:defRPr sz="2400">
                    <a:solidFill>
                      <a:schemeClr val="tx1"/>
                    </a:solidFill>
                    <a:latin typeface="Times New Roman" panose="02020603050405020304" pitchFamily="18" charset="0"/>
                  </a:defRPr>
                </a:lvl8pPr>
                <a:lvl9pPr marL="3727450" defTabSz="947738" fontAlgn="base">
                  <a:spcBef>
                    <a:spcPct val="0"/>
                  </a:spcBef>
                  <a:spcAft>
                    <a:spcPct val="0"/>
                  </a:spcAft>
                  <a:defRPr sz="2400">
                    <a:solidFill>
                      <a:schemeClr val="tx1"/>
                    </a:solidFill>
                    <a:latin typeface="Times New Roman" panose="02020603050405020304" pitchFamily="18" charset="0"/>
                  </a:defRPr>
                </a:lvl9pPr>
              </a:lstStyle>
              <a:p>
                <a:r>
                  <a:rPr lang="en-US" altLang="en-US" sz="1500"/>
                  <a:t>I   F  T</a:t>
                </a:r>
              </a:p>
            </p:txBody>
          </p:sp>
          <p:sp>
            <p:nvSpPr>
              <p:cNvPr id="397" name="Line 58">
                <a:extLst>
                  <a:ext uri="{FF2B5EF4-FFF2-40B4-BE49-F238E27FC236}">
                    <a16:creationId xmlns:a16="http://schemas.microsoft.com/office/drawing/2014/main" id="{74DD3822-90E8-B354-F657-F39924A3B814}"/>
                  </a:ext>
                </a:extLst>
              </p:cNvPr>
              <p:cNvSpPr>
                <a:spLocks noChangeShapeType="1"/>
              </p:cNvSpPr>
              <p:nvPr/>
            </p:nvSpPr>
            <p:spPr bwMode="auto">
              <a:xfrm>
                <a:off x="896" y="1769"/>
                <a:ext cx="0" cy="1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98" name="Line 59">
                <a:extLst>
                  <a:ext uri="{FF2B5EF4-FFF2-40B4-BE49-F238E27FC236}">
                    <a16:creationId xmlns:a16="http://schemas.microsoft.com/office/drawing/2014/main" id="{CF8FBAAD-D0E4-901C-E545-C37E9574BA08}"/>
                  </a:ext>
                </a:extLst>
              </p:cNvPr>
              <p:cNvSpPr>
                <a:spLocks noChangeShapeType="1"/>
              </p:cNvSpPr>
              <p:nvPr/>
            </p:nvSpPr>
            <p:spPr bwMode="auto">
              <a:xfrm flipV="1">
                <a:off x="896" y="1786"/>
                <a:ext cx="166" cy="15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99" name="Rectangle 60">
                <a:extLst>
                  <a:ext uri="{FF2B5EF4-FFF2-40B4-BE49-F238E27FC236}">
                    <a16:creationId xmlns:a16="http://schemas.microsoft.com/office/drawing/2014/main" id="{6BADA7DC-AA33-A529-8B74-02B1E1B6CD72}"/>
                  </a:ext>
                </a:extLst>
              </p:cNvPr>
              <p:cNvSpPr>
                <a:spLocks noChangeArrowheads="1"/>
              </p:cNvSpPr>
              <p:nvPr/>
            </p:nvSpPr>
            <p:spPr bwMode="auto">
              <a:xfrm>
                <a:off x="867" y="1485"/>
                <a:ext cx="4245" cy="21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sp>
        <p:nvSpPr>
          <p:cNvPr id="400" name="Rectangle 63">
            <a:extLst>
              <a:ext uri="{FF2B5EF4-FFF2-40B4-BE49-F238E27FC236}">
                <a16:creationId xmlns:a16="http://schemas.microsoft.com/office/drawing/2014/main" id="{3B522219-66A5-6CE9-CF9E-6F3870320017}"/>
              </a:ext>
            </a:extLst>
          </p:cNvPr>
          <p:cNvSpPr>
            <a:spLocks noChangeArrowheads="1"/>
          </p:cNvSpPr>
          <p:nvPr/>
        </p:nvSpPr>
        <p:spPr bwMode="auto">
          <a:xfrm>
            <a:off x="3963918" y="4928759"/>
            <a:ext cx="3985065" cy="141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pPr>
              <a:lnSpc>
                <a:spcPct val="88000"/>
              </a:lnSpc>
            </a:pPr>
            <a:r>
              <a:rPr lang="en-US" altLang="en-US" sz="1900" b="1" dirty="0"/>
              <a:t> Mode Bits</a:t>
            </a:r>
          </a:p>
          <a:p>
            <a:pPr>
              <a:lnSpc>
                <a:spcPct val="88000"/>
              </a:lnSpc>
            </a:pPr>
            <a:r>
              <a:rPr lang="en-US" altLang="en-US" sz="1900" b="0" dirty="0"/>
              <a:t>       </a:t>
            </a:r>
            <a:r>
              <a:rPr lang="en-US" altLang="en-US" sz="1900" dirty="0"/>
              <a:t>M</a:t>
            </a:r>
            <a:r>
              <a:rPr lang="en-US" altLang="en-US" sz="1900" b="0" dirty="0"/>
              <a:t>[4:0] define the processor mode.</a:t>
            </a:r>
          </a:p>
          <a:p>
            <a:pPr>
              <a:lnSpc>
                <a:spcPct val="88000"/>
              </a:lnSpc>
            </a:pPr>
            <a:endParaRPr lang="en-US" altLang="en-US" sz="1900" b="0" dirty="0"/>
          </a:p>
          <a:p>
            <a:pPr>
              <a:lnSpc>
                <a:spcPct val="88000"/>
              </a:lnSpc>
            </a:pPr>
            <a:endParaRPr lang="en-US" altLang="en-US" sz="1900" b="0" dirty="0"/>
          </a:p>
          <a:p>
            <a:pPr>
              <a:lnSpc>
                <a:spcPct val="100000"/>
              </a:lnSpc>
            </a:pPr>
            <a:endParaRPr lang="en-US" altLang="en-US" sz="1900" b="0" dirty="0"/>
          </a:p>
        </p:txBody>
      </p:sp>
    </p:spTree>
    <p:extLst>
      <p:ext uri="{BB962C8B-B14F-4D97-AF65-F5344CB8AC3E}">
        <p14:creationId xmlns:p14="http://schemas.microsoft.com/office/powerpoint/2010/main" val="586418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9F6CD-EA4D-2E5B-F65F-CBD2648517A7}"/>
              </a:ext>
            </a:extLst>
          </p:cNvPr>
          <p:cNvSpPr>
            <a:spLocks noGrp="1"/>
          </p:cNvSpPr>
          <p:nvPr>
            <p:ph type="title"/>
          </p:nvPr>
        </p:nvSpPr>
        <p:spPr/>
        <p:txBody>
          <a:bodyPr/>
          <a:lstStyle/>
          <a:p>
            <a:r>
              <a:rPr lang="en-CA" dirty="0"/>
              <a:t>Privilege Levels &amp; Operating Modes</a:t>
            </a:r>
          </a:p>
        </p:txBody>
      </p:sp>
      <p:sp>
        <p:nvSpPr>
          <p:cNvPr id="3" name="Content Placeholder 2">
            <a:extLst>
              <a:ext uri="{FF2B5EF4-FFF2-40B4-BE49-F238E27FC236}">
                <a16:creationId xmlns:a16="http://schemas.microsoft.com/office/drawing/2014/main" id="{5CE3BD52-5A2F-8C4E-ABB8-90EB26FA18F5}"/>
              </a:ext>
            </a:extLst>
          </p:cNvPr>
          <p:cNvSpPr>
            <a:spLocks noGrp="1"/>
          </p:cNvSpPr>
          <p:nvPr>
            <p:ph idx="1"/>
          </p:nvPr>
        </p:nvSpPr>
        <p:spPr/>
        <p:txBody>
          <a:bodyPr/>
          <a:lstStyle/>
          <a:p>
            <a:r>
              <a:rPr lang="en-CA" dirty="0"/>
              <a:t>Most ISA have an idea of </a:t>
            </a:r>
            <a:r>
              <a:rPr lang="en-CA" u="sng" dirty="0"/>
              <a:t>user</a:t>
            </a:r>
            <a:r>
              <a:rPr lang="en-CA" dirty="0"/>
              <a:t> execution and </a:t>
            </a:r>
            <a:r>
              <a:rPr lang="en-CA" u="sng" dirty="0"/>
              <a:t>privileged</a:t>
            </a:r>
            <a:r>
              <a:rPr lang="en-CA" dirty="0"/>
              <a:t> execution</a:t>
            </a:r>
          </a:p>
          <a:p>
            <a:r>
              <a:rPr lang="en-CA" dirty="0"/>
              <a:t>Controls:</a:t>
            </a:r>
          </a:p>
          <a:p>
            <a:pPr lvl="1"/>
            <a:r>
              <a:rPr lang="en-CA" dirty="0"/>
              <a:t>Access to registers</a:t>
            </a:r>
          </a:p>
          <a:p>
            <a:pPr lvl="1"/>
            <a:r>
              <a:rPr lang="en-CA" dirty="0"/>
              <a:t>Access to memory</a:t>
            </a:r>
          </a:p>
          <a:p>
            <a:pPr lvl="1"/>
            <a:r>
              <a:rPr lang="en-CA" dirty="0"/>
              <a:t>Possibly some instructions</a:t>
            </a:r>
          </a:p>
        </p:txBody>
      </p:sp>
      <p:sp>
        <p:nvSpPr>
          <p:cNvPr id="4" name="Date Placeholder 3">
            <a:extLst>
              <a:ext uri="{FF2B5EF4-FFF2-40B4-BE49-F238E27FC236}">
                <a16:creationId xmlns:a16="http://schemas.microsoft.com/office/drawing/2014/main" id="{B1669768-1EBB-CE93-B8C4-C009BC000389}"/>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96401B7C-C769-32AC-75ED-114BDBDF3E45}"/>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5C57E864-E92A-13E9-3F3C-4AB5F722645C}"/>
              </a:ext>
            </a:extLst>
          </p:cNvPr>
          <p:cNvSpPr>
            <a:spLocks noGrp="1"/>
          </p:cNvSpPr>
          <p:nvPr>
            <p:ph type="sldNum" sz="quarter" idx="12"/>
          </p:nvPr>
        </p:nvSpPr>
        <p:spPr/>
        <p:txBody>
          <a:bodyPr/>
          <a:lstStyle/>
          <a:p>
            <a:fld id="{D23FE6AF-7EC0-4502-9F71-820950EA8DB2}" type="slidenum">
              <a:rPr lang="en-CA" smtClean="0"/>
              <a:t>21</a:t>
            </a:fld>
            <a:endParaRPr lang="en-CA"/>
          </a:p>
        </p:txBody>
      </p:sp>
    </p:spTree>
    <p:extLst>
      <p:ext uri="{BB962C8B-B14F-4D97-AF65-F5344CB8AC3E}">
        <p14:creationId xmlns:p14="http://schemas.microsoft.com/office/powerpoint/2010/main" val="3067484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F80E5-4ADE-577D-2AAD-1051537ADE34}"/>
              </a:ext>
            </a:extLst>
          </p:cNvPr>
          <p:cNvSpPr>
            <a:spLocks noGrp="1"/>
          </p:cNvSpPr>
          <p:nvPr>
            <p:ph type="title"/>
          </p:nvPr>
        </p:nvSpPr>
        <p:spPr/>
        <p:txBody>
          <a:bodyPr/>
          <a:lstStyle/>
          <a:p>
            <a:r>
              <a:rPr lang="en-CA" dirty="0"/>
              <a:t>Registers in Operating Modes</a:t>
            </a:r>
          </a:p>
        </p:txBody>
      </p:sp>
      <p:sp>
        <p:nvSpPr>
          <p:cNvPr id="4" name="Date Placeholder 3">
            <a:extLst>
              <a:ext uri="{FF2B5EF4-FFF2-40B4-BE49-F238E27FC236}">
                <a16:creationId xmlns:a16="http://schemas.microsoft.com/office/drawing/2014/main" id="{81FC397B-1D8D-F907-3BD6-D1D33F2A6069}"/>
              </a:ext>
            </a:extLst>
          </p:cNvPr>
          <p:cNvSpPr>
            <a:spLocks noGrp="1"/>
          </p:cNvSpPr>
          <p:nvPr>
            <p:ph type="dt" sz="half" idx="10"/>
          </p:nvPr>
        </p:nvSpPr>
        <p:spPr/>
        <p:txBody>
          <a:bodyPr/>
          <a:lstStyle/>
          <a:p>
            <a:fld id="{227525C6-9BAE-48BC-B36E-39727DFE4B7A}" type="datetime1">
              <a:rPr lang="en-CA" smtClean="0"/>
              <a:t>2026-03-14</a:t>
            </a:fld>
            <a:endParaRPr lang="en-CA"/>
          </a:p>
        </p:txBody>
      </p:sp>
      <p:sp>
        <p:nvSpPr>
          <p:cNvPr id="5" name="Footer Placeholder 4">
            <a:extLst>
              <a:ext uri="{FF2B5EF4-FFF2-40B4-BE49-F238E27FC236}">
                <a16:creationId xmlns:a16="http://schemas.microsoft.com/office/drawing/2014/main" id="{61C6F594-5E47-4F9A-ADD9-0352B4E93041}"/>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FE9EE51B-D9BD-C4FD-FD76-9A9941BA1444}"/>
              </a:ext>
            </a:extLst>
          </p:cNvPr>
          <p:cNvSpPr>
            <a:spLocks noGrp="1"/>
          </p:cNvSpPr>
          <p:nvPr>
            <p:ph type="sldNum" sz="quarter" idx="12"/>
          </p:nvPr>
        </p:nvSpPr>
        <p:spPr/>
        <p:txBody>
          <a:bodyPr/>
          <a:lstStyle/>
          <a:p>
            <a:fld id="{D23FE6AF-7EC0-4502-9F71-820950EA8DB2}" type="slidenum">
              <a:rPr lang="en-CA" smtClean="0"/>
              <a:t>22</a:t>
            </a:fld>
            <a:endParaRPr lang="en-CA"/>
          </a:p>
        </p:txBody>
      </p:sp>
      <p:grpSp>
        <p:nvGrpSpPr>
          <p:cNvPr id="7" name="Group 288">
            <a:extLst>
              <a:ext uri="{FF2B5EF4-FFF2-40B4-BE49-F238E27FC236}">
                <a16:creationId xmlns:a16="http://schemas.microsoft.com/office/drawing/2014/main" id="{3A6B50AE-F1E7-615E-8348-2B44ACF8F825}"/>
              </a:ext>
            </a:extLst>
          </p:cNvPr>
          <p:cNvGrpSpPr>
            <a:grpSpLocks/>
          </p:cNvGrpSpPr>
          <p:nvPr/>
        </p:nvGrpSpPr>
        <p:grpSpPr bwMode="auto">
          <a:xfrm>
            <a:off x="3163501" y="1613029"/>
            <a:ext cx="5199063" cy="4322762"/>
            <a:chOff x="1156" y="1055"/>
            <a:chExt cx="3275" cy="2723"/>
          </a:xfrm>
        </p:grpSpPr>
        <p:sp>
          <p:nvSpPr>
            <p:cNvPr id="8" name="Rectangle 7">
              <a:extLst>
                <a:ext uri="{FF2B5EF4-FFF2-40B4-BE49-F238E27FC236}">
                  <a16:creationId xmlns:a16="http://schemas.microsoft.com/office/drawing/2014/main" id="{2987A33D-3493-973C-EBD3-F6E93948F4D4}"/>
                </a:ext>
              </a:extLst>
            </p:cNvPr>
            <p:cNvSpPr>
              <a:spLocks noChangeArrowheads="1"/>
            </p:cNvSpPr>
            <p:nvPr/>
          </p:nvSpPr>
          <p:spPr bwMode="auto">
            <a:xfrm>
              <a:off x="1742" y="1055"/>
              <a:ext cx="2169"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1500">
                  <a:solidFill>
                    <a:srgbClr val="000000"/>
                  </a:solidFill>
                </a:rPr>
                <a:t>General registers and Program Counter</a:t>
              </a:r>
            </a:p>
          </p:txBody>
        </p:sp>
        <p:sp>
          <p:nvSpPr>
            <p:cNvPr id="9" name="Rectangle 8">
              <a:extLst>
                <a:ext uri="{FF2B5EF4-FFF2-40B4-BE49-F238E27FC236}">
                  <a16:creationId xmlns:a16="http://schemas.microsoft.com/office/drawing/2014/main" id="{2E86AE8F-4E65-F758-504F-7DDEFEA46A07}"/>
                </a:ext>
              </a:extLst>
            </p:cNvPr>
            <p:cNvSpPr>
              <a:spLocks noChangeArrowheads="1"/>
            </p:cNvSpPr>
            <p:nvPr/>
          </p:nvSpPr>
          <p:spPr bwMode="auto">
            <a:xfrm>
              <a:off x="2123" y="3316"/>
              <a:ext cx="1429"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1500">
                  <a:solidFill>
                    <a:srgbClr val="000000"/>
                  </a:solidFill>
                </a:rPr>
                <a:t>Program Status Registers</a:t>
              </a:r>
            </a:p>
          </p:txBody>
        </p:sp>
        <p:sp>
          <p:nvSpPr>
            <p:cNvPr id="10" name="Rectangle 9">
              <a:extLst>
                <a:ext uri="{FF2B5EF4-FFF2-40B4-BE49-F238E27FC236}">
                  <a16:creationId xmlns:a16="http://schemas.microsoft.com/office/drawing/2014/main" id="{9ABCB470-4A28-E840-26C3-7DC01304D81F}"/>
                </a:ext>
              </a:extLst>
            </p:cNvPr>
            <p:cNvSpPr>
              <a:spLocks noChangeArrowheads="1"/>
            </p:cNvSpPr>
            <p:nvPr/>
          </p:nvSpPr>
          <p:spPr bwMode="auto">
            <a:xfrm>
              <a:off x="1258" y="2999"/>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nvGrpSpPr>
            <p:cNvPr id="11" name="Group 12">
              <a:extLst>
                <a:ext uri="{FF2B5EF4-FFF2-40B4-BE49-F238E27FC236}">
                  <a16:creationId xmlns:a16="http://schemas.microsoft.com/office/drawing/2014/main" id="{53E7FE3A-3C1B-DC59-3782-A16BC42DA469}"/>
                </a:ext>
              </a:extLst>
            </p:cNvPr>
            <p:cNvGrpSpPr>
              <a:grpSpLocks/>
            </p:cNvGrpSpPr>
            <p:nvPr/>
          </p:nvGrpSpPr>
          <p:grpSpPr bwMode="auto">
            <a:xfrm>
              <a:off x="1258" y="3096"/>
              <a:ext cx="373" cy="135"/>
              <a:chOff x="1258" y="3096"/>
              <a:chExt cx="373" cy="135"/>
            </a:xfrm>
          </p:grpSpPr>
          <p:sp>
            <p:nvSpPr>
              <p:cNvPr id="287" name="Rectangle 10">
                <a:extLst>
                  <a:ext uri="{FF2B5EF4-FFF2-40B4-BE49-F238E27FC236}">
                    <a16:creationId xmlns:a16="http://schemas.microsoft.com/office/drawing/2014/main" id="{13A3ED23-32B4-8B03-F3E2-3ECDB09C2748}"/>
                  </a:ext>
                </a:extLst>
              </p:cNvPr>
              <p:cNvSpPr>
                <a:spLocks noChangeArrowheads="1"/>
              </p:cNvSpPr>
              <p:nvPr/>
            </p:nvSpPr>
            <p:spPr bwMode="auto">
              <a:xfrm>
                <a:off x="1258" y="310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8" name="Rectangle 11">
                <a:extLst>
                  <a:ext uri="{FF2B5EF4-FFF2-40B4-BE49-F238E27FC236}">
                    <a16:creationId xmlns:a16="http://schemas.microsoft.com/office/drawing/2014/main" id="{2A6E6BEB-D5B1-1FBB-4FE6-E557ABD13DB2}"/>
                  </a:ext>
                </a:extLst>
              </p:cNvPr>
              <p:cNvSpPr>
                <a:spLocks noChangeArrowheads="1"/>
              </p:cNvSpPr>
              <p:nvPr/>
            </p:nvSpPr>
            <p:spPr bwMode="auto">
              <a:xfrm>
                <a:off x="1276"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sp>
          <p:nvSpPr>
            <p:cNvPr id="12" name="Rectangle 13">
              <a:extLst>
                <a:ext uri="{FF2B5EF4-FFF2-40B4-BE49-F238E27FC236}">
                  <a16:creationId xmlns:a16="http://schemas.microsoft.com/office/drawing/2014/main" id="{88F2C8EE-6A00-6309-E4F0-0F7BF5BDD285}"/>
                </a:ext>
              </a:extLst>
            </p:cNvPr>
            <p:cNvSpPr>
              <a:spLocks noChangeArrowheads="1"/>
            </p:cNvSpPr>
            <p:nvPr/>
          </p:nvSpPr>
          <p:spPr bwMode="auto">
            <a:xfrm>
              <a:off x="1258" y="2890"/>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 name="Rectangle 14">
              <a:extLst>
                <a:ext uri="{FF2B5EF4-FFF2-40B4-BE49-F238E27FC236}">
                  <a16:creationId xmlns:a16="http://schemas.microsoft.com/office/drawing/2014/main" id="{7907B22D-1757-4F11-F0FA-2CB51331D4BB}"/>
                </a:ext>
              </a:extLst>
            </p:cNvPr>
            <p:cNvSpPr>
              <a:spLocks noChangeArrowheads="1"/>
            </p:cNvSpPr>
            <p:nvPr/>
          </p:nvSpPr>
          <p:spPr bwMode="auto">
            <a:xfrm>
              <a:off x="1284" y="2987"/>
              <a:ext cx="32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 (lr)</a:t>
              </a:r>
            </a:p>
          </p:txBody>
        </p:sp>
        <p:sp>
          <p:nvSpPr>
            <p:cNvPr id="14" name="Rectangle 15">
              <a:extLst>
                <a:ext uri="{FF2B5EF4-FFF2-40B4-BE49-F238E27FC236}">
                  <a16:creationId xmlns:a16="http://schemas.microsoft.com/office/drawing/2014/main" id="{9A685904-1253-2660-8191-2E2CF6EE9829}"/>
                </a:ext>
              </a:extLst>
            </p:cNvPr>
            <p:cNvSpPr>
              <a:spLocks noChangeArrowheads="1"/>
            </p:cNvSpPr>
            <p:nvPr/>
          </p:nvSpPr>
          <p:spPr bwMode="auto">
            <a:xfrm>
              <a:off x="1284" y="2879"/>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 (sp)</a:t>
              </a:r>
            </a:p>
          </p:txBody>
        </p:sp>
        <p:sp>
          <p:nvSpPr>
            <p:cNvPr id="15" name="Rectangle 16">
              <a:extLst>
                <a:ext uri="{FF2B5EF4-FFF2-40B4-BE49-F238E27FC236}">
                  <a16:creationId xmlns:a16="http://schemas.microsoft.com/office/drawing/2014/main" id="{5D7D5CDD-F676-AF3E-F1BD-96252794F502}"/>
                </a:ext>
              </a:extLst>
            </p:cNvPr>
            <p:cNvSpPr>
              <a:spLocks noChangeArrowheads="1"/>
            </p:cNvSpPr>
            <p:nvPr/>
          </p:nvSpPr>
          <p:spPr bwMode="auto">
            <a:xfrm>
              <a:off x="1802" y="3108"/>
              <a:ext cx="373" cy="101"/>
            </a:xfrm>
            <a:prstGeom prst="rect">
              <a:avLst/>
            </a:prstGeom>
            <a:solidFill>
              <a:srgbClr val="CECECE"/>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6" name="Rectangle 17">
              <a:extLst>
                <a:ext uri="{FF2B5EF4-FFF2-40B4-BE49-F238E27FC236}">
                  <a16:creationId xmlns:a16="http://schemas.microsoft.com/office/drawing/2014/main" id="{136F6206-BB15-2F28-23F8-3C42799B2CC1}"/>
                </a:ext>
              </a:extLst>
            </p:cNvPr>
            <p:cNvSpPr>
              <a:spLocks noChangeArrowheads="1"/>
            </p:cNvSpPr>
            <p:nvPr/>
          </p:nvSpPr>
          <p:spPr bwMode="auto">
            <a:xfrm>
              <a:off x="2346" y="2999"/>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7" name="Rectangle 18">
              <a:extLst>
                <a:ext uri="{FF2B5EF4-FFF2-40B4-BE49-F238E27FC236}">
                  <a16:creationId xmlns:a16="http://schemas.microsoft.com/office/drawing/2014/main" id="{BCDF887E-F0BF-25D2-770E-D51E113802E7}"/>
                </a:ext>
              </a:extLst>
            </p:cNvPr>
            <p:cNvSpPr>
              <a:spLocks noChangeArrowheads="1"/>
            </p:cNvSpPr>
            <p:nvPr/>
          </p:nvSpPr>
          <p:spPr bwMode="auto">
            <a:xfrm>
              <a:off x="2346" y="2890"/>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8" name="Rectangle 19">
              <a:extLst>
                <a:ext uri="{FF2B5EF4-FFF2-40B4-BE49-F238E27FC236}">
                  <a16:creationId xmlns:a16="http://schemas.microsoft.com/office/drawing/2014/main" id="{D1B48E29-B845-09DD-DEA2-816408060F1A}"/>
                </a:ext>
              </a:extLst>
            </p:cNvPr>
            <p:cNvSpPr>
              <a:spLocks noChangeArrowheads="1"/>
            </p:cNvSpPr>
            <p:nvPr/>
          </p:nvSpPr>
          <p:spPr bwMode="auto">
            <a:xfrm>
              <a:off x="2364" y="2987"/>
              <a:ext cx="34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r14_svc</a:t>
              </a:r>
            </a:p>
          </p:txBody>
        </p:sp>
        <p:sp>
          <p:nvSpPr>
            <p:cNvPr id="19" name="Rectangle 20">
              <a:extLst>
                <a:ext uri="{FF2B5EF4-FFF2-40B4-BE49-F238E27FC236}">
                  <a16:creationId xmlns:a16="http://schemas.microsoft.com/office/drawing/2014/main" id="{B3532D76-13D9-AC08-3108-A9F1EC208BFB}"/>
                </a:ext>
              </a:extLst>
            </p:cNvPr>
            <p:cNvSpPr>
              <a:spLocks noChangeArrowheads="1"/>
            </p:cNvSpPr>
            <p:nvPr/>
          </p:nvSpPr>
          <p:spPr bwMode="auto">
            <a:xfrm>
              <a:off x="2364" y="2879"/>
              <a:ext cx="34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r13_svc</a:t>
              </a:r>
            </a:p>
          </p:txBody>
        </p:sp>
        <p:sp>
          <p:nvSpPr>
            <p:cNvPr id="20" name="Rectangle 21">
              <a:extLst>
                <a:ext uri="{FF2B5EF4-FFF2-40B4-BE49-F238E27FC236}">
                  <a16:creationId xmlns:a16="http://schemas.microsoft.com/office/drawing/2014/main" id="{2F601699-A1BE-1EDD-DB70-73D199F3CD89}"/>
                </a:ext>
              </a:extLst>
            </p:cNvPr>
            <p:cNvSpPr>
              <a:spLocks noChangeArrowheads="1"/>
            </p:cNvSpPr>
            <p:nvPr/>
          </p:nvSpPr>
          <p:spPr bwMode="auto">
            <a:xfrm>
              <a:off x="2346" y="3108"/>
              <a:ext cx="373" cy="101"/>
            </a:xfrm>
            <a:prstGeom prst="rect">
              <a:avLst/>
            </a:prstGeom>
            <a:solidFill>
              <a:srgbClr val="CECECE"/>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1" name="Rectangle 22">
              <a:extLst>
                <a:ext uri="{FF2B5EF4-FFF2-40B4-BE49-F238E27FC236}">
                  <a16:creationId xmlns:a16="http://schemas.microsoft.com/office/drawing/2014/main" id="{4F99A7D5-AE7D-FEFE-532B-932A2FFFA57A}"/>
                </a:ext>
              </a:extLst>
            </p:cNvPr>
            <p:cNvSpPr>
              <a:spLocks noChangeArrowheads="1"/>
            </p:cNvSpPr>
            <p:nvPr/>
          </p:nvSpPr>
          <p:spPr bwMode="auto">
            <a:xfrm>
              <a:off x="3434" y="2999"/>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 name="Rectangle 23">
              <a:extLst>
                <a:ext uri="{FF2B5EF4-FFF2-40B4-BE49-F238E27FC236}">
                  <a16:creationId xmlns:a16="http://schemas.microsoft.com/office/drawing/2014/main" id="{0370EC73-5E2B-724D-37EF-53AB47749893}"/>
                </a:ext>
              </a:extLst>
            </p:cNvPr>
            <p:cNvSpPr>
              <a:spLocks noChangeArrowheads="1"/>
            </p:cNvSpPr>
            <p:nvPr/>
          </p:nvSpPr>
          <p:spPr bwMode="auto">
            <a:xfrm>
              <a:off x="3434" y="2890"/>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3" name="Rectangle 24">
              <a:extLst>
                <a:ext uri="{FF2B5EF4-FFF2-40B4-BE49-F238E27FC236}">
                  <a16:creationId xmlns:a16="http://schemas.microsoft.com/office/drawing/2014/main" id="{41553719-BADF-F257-2947-F867FCBA5C25}"/>
                </a:ext>
              </a:extLst>
            </p:cNvPr>
            <p:cNvSpPr>
              <a:spLocks noChangeArrowheads="1"/>
            </p:cNvSpPr>
            <p:nvPr/>
          </p:nvSpPr>
          <p:spPr bwMode="auto">
            <a:xfrm>
              <a:off x="3457" y="2987"/>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r14_irq</a:t>
              </a:r>
            </a:p>
          </p:txBody>
        </p:sp>
        <p:sp>
          <p:nvSpPr>
            <p:cNvPr id="24" name="Rectangle 25">
              <a:extLst>
                <a:ext uri="{FF2B5EF4-FFF2-40B4-BE49-F238E27FC236}">
                  <a16:creationId xmlns:a16="http://schemas.microsoft.com/office/drawing/2014/main" id="{ECAC015F-D587-9B9C-5A63-A1FDF54BAA20}"/>
                </a:ext>
              </a:extLst>
            </p:cNvPr>
            <p:cNvSpPr>
              <a:spLocks noChangeArrowheads="1"/>
            </p:cNvSpPr>
            <p:nvPr/>
          </p:nvSpPr>
          <p:spPr bwMode="auto">
            <a:xfrm>
              <a:off x="3457" y="2879"/>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r13_irq</a:t>
              </a:r>
            </a:p>
          </p:txBody>
        </p:sp>
        <p:sp>
          <p:nvSpPr>
            <p:cNvPr id="25" name="Rectangle 26">
              <a:extLst>
                <a:ext uri="{FF2B5EF4-FFF2-40B4-BE49-F238E27FC236}">
                  <a16:creationId xmlns:a16="http://schemas.microsoft.com/office/drawing/2014/main" id="{1059F0C3-B17D-F871-E1FF-1AE03BD6275A}"/>
                </a:ext>
              </a:extLst>
            </p:cNvPr>
            <p:cNvSpPr>
              <a:spLocks noChangeArrowheads="1"/>
            </p:cNvSpPr>
            <p:nvPr/>
          </p:nvSpPr>
          <p:spPr bwMode="auto">
            <a:xfrm>
              <a:off x="3434" y="3108"/>
              <a:ext cx="373" cy="101"/>
            </a:xfrm>
            <a:prstGeom prst="rect">
              <a:avLst/>
            </a:prstGeom>
            <a:solidFill>
              <a:srgbClr val="CECECE"/>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 name="Rectangle 27">
              <a:extLst>
                <a:ext uri="{FF2B5EF4-FFF2-40B4-BE49-F238E27FC236}">
                  <a16:creationId xmlns:a16="http://schemas.microsoft.com/office/drawing/2014/main" id="{A9006D37-C16A-881C-34F1-AE661500A1E4}"/>
                </a:ext>
              </a:extLst>
            </p:cNvPr>
            <p:cNvSpPr>
              <a:spLocks noChangeArrowheads="1"/>
            </p:cNvSpPr>
            <p:nvPr/>
          </p:nvSpPr>
          <p:spPr bwMode="auto">
            <a:xfrm>
              <a:off x="2890" y="2999"/>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 name="Rectangle 28">
              <a:extLst>
                <a:ext uri="{FF2B5EF4-FFF2-40B4-BE49-F238E27FC236}">
                  <a16:creationId xmlns:a16="http://schemas.microsoft.com/office/drawing/2014/main" id="{B7B0729D-D293-79BA-3163-366AD66EE57F}"/>
                </a:ext>
              </a:extLst>
            </p:cNvPr>
            <p:cNvSpPr>
              <a:spLocks noChangeArrowheads="1"/>
            </p:cNvSpPr>
            <p:nvPr/>
          </p:nvSpPr>
          <p:spPr bwMode="auto">
            <a:xfrm>
              <a:off x="2890" y="2890"/>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 name="Rectangle 29">
              <a:extLst>
                <a:ext uri="{FF2B5EF4-FFF2-40B4-BE49-F238E27FC236}">
                  <a16:creationId xmlns:a16="http://schemas.microsoft.com/office/drawing/2014/main" id="{7DD84697-B8BD-724C-1D24-035C61AD51B6}"/>
                </a:ext>
              </a:extLst>
            </p:cNvPr>
            <p:cNvSpPr>
              <a:spLocks noChangeArrowheads="1"/>
            </p:cNvSpPr>
            <p:nvPr/>
          </p:nvSpPr>
          <p:spPr bwMode="auto">
            <a:xfrm>
              <a:off x="2913" y="2987"/>
              <a:ext cx="3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r14_abt</a:t>
              </a:r>
            </a:p>
          </p:txBody>
        </p:sp>
        <p:sp>
          <p:nvSpPr>
            <p:cNvPr id="29" name="Rectangle 30">
              <a:extLst>
                <a:ext uri="{FF2B5EF4-FFF2-40B4-BE49-F238E27FC236}">
                  <a16:creationId xmlns:a16="http://schemas.microsoft.com/office/drawing/2014/main" id="{3EAF28FE-1145-86C9-996D-62A9B5AB0F51}"/>
                </a:ext>
              </a:extLst>
            </p:cNvPr>
            <p:cNvSpPr>
              <a:spLocks noChangeArrowheads="1"/>
            </p:cNvSpPr>
            <p:nvPr/>
          </p:nvSpPr>
          <p:spPr bwMode="auto">
            <a:xfrm>
              <a:off x="2913" y="2879"/>
              <a:ext cx="3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r13_abt</a:t>
              </a:r>
            </a:p>
          </p:txBody>
        </p:sp>
        <p:sp>
          <p:nvSpPr>
            <p:cNvPr id="30" name="Rectangle 31">
              <a:extLst>
                <a:ext uri="{FF2B5EF4-FFF2-40B4-BE49-F238E27FC236}">
                  <a16:creationId xmlns:a16="http://schemas.microsoft.com/office/drawing/2014/main" id="{823A3EF9-55FD-D7CF-1584-A062FBEA5A05}"/>
                </a:ext>
              </a:extLst>
            </p:cNvPr>
            <p:cNvSpPr>
              <a:spLocks noChangeArrowheads="1"/>
            </p:cNvSpPr>
            <p:nvPr/>
          </p:nvSpPr>
          <p:spPr bwMode="auto">
            <a:xfrm>
              <a:off x="2890" y="3108"/>
              <a:ext cx="373" cy="101"/>
            </a:xfrm>
            <a:prstGeom prst="rect">
              <a:avLst/>
            </a:prstGeom>
            <a:solidFill>
              <a:srgbClr val="CECECE"/>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1" name="Rectangle 32">
              <a:extLst>
                <a:ext uri="{FF2B5EF4-FFF2-40B4-BE49-F238E27FC236}">
                  <a16:creationId xmlns:a16="http://schemas.microsoft.com/office/drawing/2014/main" id="{A027FFEE-DD29-AB19-7E6F-7985FE6B3DE7}"/>
                </a:ext>
              </a:extLst>
            </p:cNvPr>
            <p:cNvSpPr>
              <a:spLocks noChangeArrowheads="1"/>
            </p:cNvSpPr>
            <p:nvPr/>
          </p:nvSpPr>
          <p:spPr bwMode="auto">
            <a:xfrm>
              <a:off x="3978" y="2999"/>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2" name="Rectangle 33">
              <a:extLst>
                <a:ext uri="{FF2B5EF4-FFF2-40B4-BE49-F238E27FC236}">
                  <a16:creationId xmlns:a16="http://schemas.microsoft.com/office/drawing/2014/main" id="{506F0EDF-4C5B-6CAB-3904-082E5A286C3A}"/>
                </a:ext>
              </a:extLst>
            </p:cNvPr>
            <p:cNvSpPr>
              <a:spLocks noChangeArrowheads="1"/>
            </p:cNvSpPr>
            <p:nvPr/>
          </p:nvSpPr>
          <p:spPr bwMode="auto">
            <a:xfrm>
              <a:off x="3978" y="2890"/>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 name="Rectangle 34">
              <a:extLst>
                <a:ext uri="{FF2B5EF4-FFF2-40B4-BE49-F238E27FC236}">
                  <a16:creationId xmlns:a16="http://schemas.microsoft.com/office/drawing/2014/main" id="{F9BEC068-F9C9-E9A7-385A-BD597B009D48}"/>
                </a:ext>
              </a:extLst>
            </p:cNvPr>
            <p:cNvSpPr>
              <a:spLocks noChangeArrowheads="1"/>
            </p:cNvSpPr>
            <p:nvPr/>
          </p:nvSpPr>
          <p:spPr bwMode="auto">
            <a:xfrm>
              <a:off x="3958" y="2987"/>
              <a:ext cx="4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r14_undef</a:t>
              </a:r>
            </a:p>
          </p:txBody>
        </p:sp>
        <p:sp>
          <p:nvSpPr>
            <p:cNvPr id="34" name="Rectangle 35">
              <a:extLst>
                <a:ext uri="{FF2B5EF4-FFF2-40B4-BE49-F238E27FC236}">
                  <a16:creationId xmlns:a16="http://schemas.microsoft.com/office/drawing/2014/main" id="{628DC5AE-27E8-56E7-48D1-40C61DA703D5}"/>
                </a:ext>
              </a:extLst>
            </p:cNvPr>
            <p:cNvSpPr>
              <a:spLocks noChangeArrowheads="1"/>
            </p:cNvSpPr>
            <p:nvPr/>
          </p:nvSpPr>
          <p:spPr bwMode="auto">
            <a:xfrm>
              <a:off x="3958" y="2879"/>
              <a:ext cx="4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r13_undef</a:t>
              </a:r>
            </a:p>
          </p:txBody>
        </p:sp>
        <p:sp>
          <p:nvSpPr>
            <p:cNvPr id="35" name="Rectangle 36">
              <a:extLst>
                <a:ext uri="{FF2B5EF4-FFF2-40B4-BE49-F238E27FC236}">
                  <a16:creationId xmlns:a16="http://schemas.microsoft.com/office/drawing/2014/main" id="{84E292FA-F8F3-B44C-61CA-72AA8D65FBE0}"/>
                </a:ext>
              </a:extLst>
            </p:cNvPr>
            <p:cNvSpPr>
              <a:spLocks noChangeArrowheads="1"/>
            </p:cNvSpPr>
            <p:nvPr/>
          </p:nvSpPr>
          <p:spPr bwMode="auto">
            <a:xfrm>
              <a:off x="1156" y="1295"/>
              <a:ext cx="60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a:solidFill>
                    <a:srgbClr val="000000"/>
                  </a:solidFill>
                </a:rPr>
                <a:t>User32 / System</a:t>
              </a:r>
            </a:p>
          </p:txBody>
        </p:sp>
        <p:sp>
          <p:nvSpPr>
            <p:cNvPr id="36" name="Rectangle 37">
              <a:extLst>
                <a:ext uri="{FF2B5EF4-FFF2-40B4-BE49-F238E27FC236}">
                  <a16:creationId xmlns:a16="http://schemas.microsoft.com/office/drawing/2014/main" id="{839674BE-B5C2-EA20-4B77-0C07E8D9838A}"/>
                </a:ext>
              </a:extLst>
            </p:cNvPr>
            <p:cNvSpPr>
              <a:spLocks noChangeArrowheads="1"/>
            </p:cNvSpPr>
            <p:nvPr/>
          </p:nvSpPr>
          <p:spPr bwMode="auto">
            <a:xfrm>
              <a:off x="1832" y="1301"/>
              <a:ext cx="31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a:solidFill>
                    <a:srgbClr val="000000"/>
                  </a:solidFill>
                </a:rPr>
                <a:t>FIQ32</a:t>
              </a:r>
            </a:p>
          </p:txBody>
        </p:sp>
        <p:sp>
          <p:nvSpPr>
            <p:cNvPr id="37" name="Rectangle 38">
              <a:extLst>
                <a:ext uri="{FF2B5EF4-FFF2-40B4-BE49-F238E27FC236}">
                  <a16:creationId xmlns:a16="http://schemas.microsoft.com/office/drawing/2014/main" id="{242D30B3-12B0-607D-AC00-FD97888ACB72}"/>
                </a:ext>
              </a:extLst>
            </p:cNvPr>
            <p:cNvSpPr>
              <a:spLocks noChangeArrowheads="1"/>
            </p:cNvSpPr>
            <p:nvPr/>
          </p:nvSpPr>
          <p:spPr bwMode="auto">
            <a:xfrm>
              <a:off x="2273" y="1301"/>
              <a:ext cx="52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a:solidFill>
                    <a:srgbClr val="000000"/>
                  </a:solidFill>
                </a:rPr>
                <a:t>Supervisor32</a:t>
              </a:r>
            </a:p>
          </p:txBody>
        </p:sp>
        <p:sp>
          <p:nvSpPr>
            <p:cNvPr id="38" name="Rectangle 39">
              <a:extLst>
                <a:ext uri="{FF2B5EF4-FFF2-40B4-BE49-F238E27FC236}">
                  <a16:creationId xmlns:a16="http://schemas.microsoft.com/office/drawing/2014/main" id="{44934F5E-7556-71DF-7547-14B274FACB3F}"/>
                </a:ext>
              </a:extLst>
            </p:cNvPr>
            <p:cNvSpPr>
              <a:spLocks noChangeArrowheads="1"/>
            </p:cNvSpPr>
            <p:nvPr/>
          </p:nvSpPr>
          <p:spPr bwMode="auto">
            <a:xfrm>
              <a:off x="2894" y="1301"/>
              <a:ext cx="390"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a:solidFill>
                    <a:srgbClr val="000000"/>
                  </a:solidFill>
                </a:rPr>
                <a:t>Abort32 </a:t>
              </a:r>
            </a:p>
          </p:txBody>
        </p:sp>
        <p:sp>
          <p:nvSpPr>
            <p:cNvPr id="39" name="Rectangle 40">
              <a:extLst>
                <a:ext uri="{FF2B5EF4-FFF2-40B4-BE49-F238E27FC236}">
                  <a16:creationId xmlns:a16="http://schemas.microsoft.com/office/drawing/2014/main" id="{DF03AB54-E251-1BA7-02A7-FEF6C32DB6F3}"/>
                </a:ext>
              </a:extLst>
            </p:cNvPr>
            <p:cNvSpPr>
              <a:spLocks noChangeArrowheads="1"/>
            </p:cNvSpPr>
            <p:nvPr/>
          </p:nvSpPr>
          <p:spPr bwMode="auto">
            <a:xfrm>
              <a:off x="3463" y="1301"/>
              <a:ext cx="32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a:solidFill>
                    <a:srgbClr val="000000"/>
                  </a:solidFill>
                </a:rPr>
                <a:t>IRQ32</a:t>
              </a:r>
            </a:p>
          </p:txBody>
        </p:sp>
        <p:sp>
          <p:nvSpPr>
            <p:cNvPr id="40" name="Rectangle 41">
              <a:extLst>
                <a:ext uri="{FF2B5EF4-FFF2-40B4-BE49-F238E27FC236}">
                  <a16:creationId xmlns:a16="http://schemas.microsoft.com/office/drawing/2014/main" id="{D5DC85FC-5B0A-F920-E096-E6A485CCB6EB}"/>
                </a:ext>
              </a:extLst>
            </p:cNvPr>
            <p:cNvSpPr>
              <a:spLocks noChangeArrowheads="1"/>
            </p:cNvSpPr>
            <p:nvPr/>
          </p:nvSpPr>
          <p:spPr bwMode="auto">
            <a:xfrm>
              <a:off x="3910" y="1301"/>
              <a:ext cx="50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a:solidFill>
                    <a:srgbClr val="000000"/>
                  </a:solidFill>
                </a:rPr>
                <a:t>Undefined32</a:t>
              </a:r>
            </a:p>
          </p:txBody>
        </p:sp>
        <p:grpSp>
          <p:nvGrpSpPr>
            <p:cNvPr id="41" name="Group 44">
              <a:extLst>
                <a:ext uri="{FF2B5EF4-FFF2-40B4-BE49-F238E27FC236}">
                  <a16:creationId xmlns:a16="http://schemas.microsoft.com/office/drawing/2014/main" id="{3BAE6652-0FCD-AFA0-0DAD-8E57EC769A20}"/>
                </a:ext>
              </a:extLst>
            </p:cNvPr>
            <p:cNvGrpSpPr>
              <a:grpSpLocks/>
            </p:cNvGrpSpPr>
            <p:nvPr/>
          </p:nvGrpSpPr>
          <p:grpSpPr bwMode="auto">
            <a:xfrm>
              <a:off x="1264" y="3531"/>
              <a:ext cx="373" cy="135"/>
              <a:chOff x="1264" y="3531"/>
              <a:chExt cx="373" cy="135"/>
            </a:xfrm>
          </p:grpSpPr>
          <p:sp>
            <p:nvSpPr>
              <p:cNvPr id="285" name="Rectangle 42">
                <a:extLst>
                  <a:ext uri="{FF2B5EF4-FFF2-40B4-BE49-F238E27FC236}">
                    <a16:creationId xmlns:a16="http://schemas.microsoft.com/office/drawing/2014/main" id="{FEC11850-B606-7FEB-90A8-650D13BE2248}"/>
                  </a:ext>
                </a:extLst>
              </p:cNvPr>
              <p:cNvSpPr>
                <a:spLocks noChangeArrowheads="1"/>
              </p:cNvSpPr>
              <p:nvPr/>
            </p:nvSpPr>
            <p:spPr bwMode="auto">
              <a:xfrm>
                <a:off x="1264" y="354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 name="Rectangle 43">
                <a:extLst>
                  <a:ext uri="{FF2B5EF4-FFF2-40B4-BE49-F238E27FC236}">
                    <a16:creationId xmlns:a16="http://schemas.microsoft.com/office/drawing/2014/main" id="{DD4335C9-AE84-BE05-C62F-E1B3A4645854}"/>
                  </a:ext>
                </a:extLst>
              </p:cNvPr>
              <p:cNvSpPr>
                <a:spLocks noChangeArrowheads="1"/>
              </p:cNvSpPr>
              <p:nvPr/>
            </p:nvSpPr>
            <p:spPr bwMode="auto">
              <a:xfrm>
                <a:off x="1336" y="353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sp>
          <p:nvSpPr>
            <p:cNvPr id="42" name="Rectangle 45">
              <a:extLst>
                <a:ext uri="{FF2B5EF4-FFF2-40B4-BE49-F238E27FC236}">
                  <a16:creationId xmlns:a16="http://schemas.microsoft.com/office/drawing/2014/main" id="{9B39A89D-DCF8-8114-9C3F-D45A694AECF2}"/>
                </a:ext>
              </a:extLst>
            </p:cNvPr>
            <p:cNvSpPr>
              <a:spLocks noChangeArrowheads="1"/>
            </p:cNvSpPr>
            <p:nvPr/>
          </p:nvSpPr>
          <p:spPr bwMode="auto">
            <a:xfrm>
              <a:off x="1802"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3" name="Rectangle 46">
              <a:extLst>
                <a:ext uri="{FF2B5EF4-FFF2-40B4-BE49-F238E27FC236}">
                  <a16:creationId xmlns:a16="http://schemas.microsoft.com/office/drawing/2014/main" id="{A19068E2-459B-795E-6238-2E962F188A92}"/>
                </a:ext>
              </a:extLst>
            </p:cNvPr>
            <p:cNvSpPr>
              <a:spLocks noChangeArrowheads="1"/>
            </p:cNvSpPr>
            <p:nvPr/>
          </p:nvSpPr>
          <p:spPr bwMode="auto">
            <a:xfrm>
              <a:off x="1807"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44" name="Rectangle 47">
              <a:extLst>
                <a:ext uri="{FF2B5EF4-FFF2-40B4-BE49-F238E27FC236}">
                  <a16:creationId xmlns:a16="http://schemas.microsoft.com/office/drawing/2014/main" id="{1797FB19-32C6-6D00-47F7-ADE11D8C503D}"/>
                </a:ext>
              </a:extLst>
            </p:cNvPr>
            <p:cNvSpPr>
              <a:spLocks noChangeArrowheads="1"/>
            </p:cNvSpPr>
            <p:nvPr/>
          </p:nvSpPr>
          <p:spPr bwMode="auto">
            <a:xfrm>
              <a:off x="1802"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5" name="Rectangle 48">
              <a:extLst>
                <a:ext uri="{FF2B5EF4-FFF2-40B4-BE49-F238E27FC236}">
                  <a16:creationId xmlns:a16="http://schemas.microsoft.com/office/drawing/2014/main" id="{A8EE1FA1-1958-7C4C-65B1-561717E23AE9}"/>
                </a:ext>
              </a:extLst>
            </p:cNvPr>
            <p:cNvSpPr>
              <a:spLocks noChangeArrowheads="1"/>
            </p:cNvSpPr>
            <p:nvPr/>
          </p:nvSpPr>
          <p:spPr bwMode="auto">
            <a:xfrm>
              <a:off x="1807"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46" name="Rectangle 49">
              <a:extLst>
                <a:ext uri="{FF2B5EF4-FFF2-40B4-BE49-F238E27FC236}">
                  <a16:creationId xmlns:a16="http://schemas.microsoft.com/office/drawing/2014/main" id="{3DA80FFC-8AF6-8EFE-012F-656D90D955AA}"/>
                </a:ext>
              </a:extLst>
            </p:cNvPr>
            <p:cNvSpPr>
              <a:spLocks noChangeArrowheads="1"/>
            </p:cNvSpPr>
            <p:nvPr/>
          </p:nvSpPr>
          <p:spPr bwMode="auto">
            <a:xfrm>
              <a:off x="1802"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7" name="Rectangle 50">
              <a:extLst>
                <a:ext uri="{FF2B5EF4-FFF2-40B4-BE49-F238E27FC236}">
                  <a16:creationId xmlns:a16="http://schemas.microsoft.com/office/drawing/2014/main" id="{DB9D2BA7-AFA6-4854-03FF-3863D5C42838}"/>
                </a:ext>
              </a:extLst>
            </p:cNvPr>
            <p:cNvSpPr>
              <a:spLocks noChangeArrowheads="1"/>
            </p:cNvSpPr>
            <p:nvPr/>
          </p:nvSpPr>
          <p:spPr bwMode="auto">
            <a:xfrm>
              <a:off x="1807"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48" name="Rectangle 51">
              <a:extLst>
                <a:ext uri="{FF2B5EF4-FFF2-40B4-BE49-F238E27FC236}">
                  <a16:creationId xmlns:a16="http://schemas.microsoft.com/office/drawing/2014/main" id="{E1C557F5-38B7-F18A-0305-FECF2C3F7BFD}"/>
                </a:ext>
              </a:extLst>
            </p:cNvPr>
            <p:cNvSpPr>
              <a:spLocks noChangeArrowheads="1"/>
            </p:cNvSpPr>
            <p:nvPr/>
          </p:nvSpPr>
          <p:spPr bwMode="auto">
            <a:xfrm>
              <a:off x="2890" y="3653"/>
              <a:ext cx="373" cy="100"/>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9" name="Rectangle 52">
              <a:extLst>
                <a:ext uri="{FF2B5EF4-FFF2-40B4-BE49-F238E27FC236}">
                  <a16:creationId xmlns:a16="http://schemas.microsoft.com/office/drawing/2014/main" id="{6EA8AE00-AB4E-9B01-5323-24288DA69F1B}"/>
                </a:ext>
              </a:extLst>
            </p:cNvPr>
            <p:cNvSpPr>
              <a:spLocks noChangeArrowheads="1"/>
            </p:cNvSpPr>
            <p:nvPr/>
          </p:nvSpPr>
          <p:spPr bwMode="auto">
            <a:xfrm>
              <a:off x="2901" y="3640"/>
              <a:ext cx="35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spsr_abt</a:t>
              </a:r>
            </a:p>
          </p:txBody>
        </p:sp>
        <p:sp>
          <p:nvSpPr>
            <p:cNvPr id="50" name="Rectangle 53">
              <a:extLst>
                <a:ext uri="{FF2B5EF4-FFF2-40B4-BE49-F238E27FC236}">
                  <a16:creationId xmlns:a16="http://schemas.microsoft.com/office/drawing/2014/main" id="{A16D45FC-5A0F-E422-3FB2-121BEF78005B}"/>
                </a:ext>
              </a:extLst>
            </p:cNvPr>
            <p:cNvSpPr>
              <a:spLocks noChangeArrowheads="1"/>
            </p:cNvSpPr>
            <p:nvPr/>
          </p:nvSpPr>
          <p:spPr bwMode="auto">
            <a:xfrm>
              <a:off x="2333" y="3653"/>
              <a:ext cx="373" cy="100"/>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1" name="Rectangle 54">
              <a:extLst>
                <a:ext uri="{FF2B5EF4-FFF2-40B4-BE49-F238E27FC236}">
                  <a16:creationId xmlns:a16="http://schemas.microsoft.com/office/drawing/2014/main" id="{1B8DBBBE-0EBA-4D67-5432-A01A9FD12019}"/>
                </a:ext>
              </a:extLst>
            </p:cNvPr>
            <p:cNvSpPr>
              <a:spLocks noChangeArrowheads="1"/>
            </p:cNvSpPr>
            <p:nvPr/>
          </p:nvSpPr>
          <p:spPr bwMode="auto">
            <a:xfrm>
              <a:off x="2359" y="3640"/>
              <a:ext cx="36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spsr_svc</a:t>
              </a:r>
            </a:p>
          </p:txBody>
        </p:sp>
        <p:sp>
          <p:nvSpPr>
            <p:cNvPr id="52" name="Rectangle 55">
              <a:extLst>
                <a:ext uri="{FF2B5EF4-FFF2-40B4-BE49-F238E27FC236}">
                  <a16:creationId xmlns:a16="http://schemas.microsoft.com/office/drawing/2014/main" id="{86A653B1-7AA1-FD6A-9E8E-D22B3F54634E}"/>
                </a:ext>
              </a:extLst>
            </p:cNvPr>
            <p:cNvSpPr>
              <a:spLocks noChangeArrowheads="1"/>
            </p:cNvSpPr>
            <p:nvPr/>
          </p:nvSpPr>
          <p:spPr bwMode="auto">
            <a:xfrm>
              <a:off x="1802"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3" name="Rectangle 56">
              <a:extLst>
                <a:ext uri="{FF2B5EF4-FFF2-40B4-BE49-F238E27FC236}">
                  <a16:creationId xmlns:a16="http://schemas.microsoft.com/office/drawing/2014/main" id="{65E2BB2E-FD56-D84B-F150-46F14A1D4D62}"/>
                </a:ext>
              </a:extLst>
            </p:cNvPr>
            <p:cNvSpPr>
              <a:spLocks noChangeArrowheads="1"/>
            </p:cNvSpPr>
            <p:nvPr/>
          </p:nvSpPr>
          <p:spPr bwMode="auto">
            <a:xfrm>
              <a:off x="1807"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54" name="Rectangle 57">
              <a:extLst>
                <a:ext uri="{FF2B5EF4-FFF2-40B4-BE49-F238E27FC236}">
                  <a16:creationId xmlns:a16="http://schemas.microsoft.com/office/drawing/2014/main" id="{BDA12AB3-410E-6A8D-6787-55736A7FA522}"/>
                </a:ext>
              </a:extLst>
            </p:cNvPr>
            <p:cNvSpPr>
              <a:spLocks noChangeArrowheads="1"/>
            </p:cNvSpPr>
            <p:nvPr/>
          </p:nvSpPr>
          <p:spPr bwMode="auto">
            <a:xfrm>
              <a:off x="1802"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5" name="Rectangle 58">
              <a:extLst>
                <a:ext uri="{FF2B5EF4-FFF2-40B4-BE49-F238E27FC236}">
                  <a16:creationId xmlns:a16="http://schemas.microsoft.com/office/drawing/2014/main" id="{0E3C032C-7A83-1D04-8A03-2FFE2DB77FE8}"/>
                </a:ext>
              </a:extLst>
            </p:cNvPr>
            <p:cNvSpPr>
              <a:spLocks noChangeArrowheads="1"/>
            </p:cNvSpPr>
            <p:nvPr/>
          </p:nvSpPr>
          <p:spPr bwMode="auto">
            <a:xfrm>
              <a:off x="1807"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56" name="Rectangle 59">
              <a:extLst>
                <a:ext uri="{FF2B5EF4-FFF2-40B4-BE49-F238E27FC236}">
                  <a16:creationId xmlns:a16="http://schemas.microsoft.com/office/drawing/2014/main" id="{1BD5079F-5727-F1D4-CFB1-6162716AC500}"/>
                </a:ext>
              </a:extLst>
            </p:cNvPr>
            <p:cNvSpPr>
              <a:spLocks noChangeArrowheads="1"/>
            </p:cNvSpPr>
            <p:nvPr/>
          </p:nvSpPr>
          <p:spPr bwMode="auto">
            <a:xfrm>
              <a:off x="1797" y="3653"/>
              <a:ext cx="373" cy="100"/>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7" name="Rectangle 60">
              <a:extLst>
                <a:ext uri="{FF2B5EF4-FFF2-40B4-BE49-F238E27FC236}">
                  <a16:creationId xmlns:a16="http://schemas.microsoft.com/office/drawing/2014/main" id="{3079AFB9-F420-1EE8-39F9-9A7882C3153D}"/>
                </a:ext>
              </a:extLst>
            </p:cNvPr>
            <p:cNvSpPr>
              <a:spLocks noChangeArrowheads="1"/>
            </p:cNvSpPr>
            <p:nvPr/>
          </p:nvSpPr>
          <p:spPr bwMode="auto">
            <a:xfrm>
              <a:off x="1822" y="3640"/>
              <a:ext cx="34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spsr_fiq</a:t>
              </a:r>
            </a:p>
          </p:txBody>
        </p:sp>
        <p:grpSp>
          <p:nvGrpSpPr>
            <p:cNvPr id="58" name="Group 73">
              <a:extLst>
                <a:ext uri="{FF2B5EF4-FFF2-40B4-BE49-F238E27FC236}">
                  <a16:creationId xmlns:a16="http://schemas.microsoft.com/office/drawing/2014/main" id="{8CB464E2-5F9C-92EF-462A-D78CC45597CC}"/>
                </a:ext>
              </a:extLst>
            </p:cNvPr>
            <p:cNvGrpSpPr>
              <a:grpSpLocks/>
            </p:cNvGrpSpPr>
            <p:nvPr/>
          </p:nvGrpSpPr>
          <p:grpSpPr bwMode="auto">
            <a:xfrm>
              <a:off x="3434" y="3640"/>
              <a:ext cx="376" cy="135"/>
              <a:chOff x="3434" y="3640"/>
              <a:chExt cx="376" cy="135"/>
            </a:xfrm>
          </p:grpSpPr>
          <p:sp>
            <p:nvSpPr>
              <p:cNvPr id="273" name="Rectangle 61">
                <a:extLst>
                  <a:ext uri="{FF2B5EF4-FFF2-40B4-BE49-F238E27FC236}">
                    <a16:creationId xmlns:a16="http://schemas.microsoft.com/office/drawing/2014/main" id="{2CE26591-18A0-93FB-F164-A3B01398441B}"/>
                  </a:ext>
                </a:extLst>
              </p:cNvPr>
              <p:cNvSpPr>
                <a:spLocks noChangeArrowheads="1"/>
              </p:cNvSpPr>
              <p:nvPr/>
            </p:nvSpPr>
            <p:spPr bwMode="auto">
              <a:xfrm>
                <a:off x="3434"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4" name="Rectangle 62">
                <a:extLst>
                  <a:ext uri="{FF2B5EF4-FFF2-40B4-BE49-F238E27FC236}">
                    <a16:creationId xmlns:a16="http://schemas.microsoft.com/office/drawing/2014/main" id="{73DD489F-FA56-F685-D870-9002C3392EB2}"/>
                  </a:ext>
                </a:extLst>
              </p:cNvPr>
              <p:cNvSpPr>
                <a:spLocks noChangeArrowheads="1"/>
              </p:cNvSpPr>
              <p:nvPr/>
            </p:nvSpPr>
            <p:spPr bwMode="auto">
              <a:xfrm>
                <a:off x="3438"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275" name="Rectangle 63">
                <a:extLst>
                  <a:ext uri="{FF2B5EF4-FFF2-40B4-BE49-F238E27FC236}">
                    <a16:creationId xmlns:a16="http://schemas.microsoft.com/office/drawing/2014/main" id="{CDEEB687-8DDD-9DE6-3BE7-50DE3D9C56BC}"/>
                  </a:ext>
                </a:extLst>
              </p:cNvPr>
              <p:cNvSpPr>
                <a:spLocks noChangeArrowheads="1"/>
              </p:cNvSpPr>
              <p:nvPr/>
            </p:nvSpPr>
            <p:spPr bwMode="auto">
              <a:xfrm>
                <a:off x="3434"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 name="Rectangle 64">
                <a:extLst>
                  <a:ext uri="{FF2B5EF4-FFF2-40B4-BE49-F238E27FC236}">
                    <a16:creationId xmlns:a16="http://schemas.microsoft.com/office/drawing/2014/main" id="{C19FAAFB-8E06-1556-7A0F-9E775AEB1A1B}"/>
                  </a:ext>
                </a:extLst>
              </p:cNvPr>
              <p:cNvSpPr>
                <a:spLocks noChangeArrowheads="1"/>
              </p:cNvSpPr>
              <p:nvPr/>
            </p:nvSpPr>
            <p:spPr bwMode="auto">
              <a:xfrm>
                <a:off x="3438"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277" name="Rectangle 65">
                <a:extLst>
                  <a:ext uri="{FF2B5EF4-FFF2-40B4-BE49-F238E27FC236}">
                    <a16:creationId xmlns:a16="http://schemas.microsoft.com/office/drawing/2014/main" id="{42313D3F-0D16-D142-B6CA-0F0832322F02}"/>
                  </a:ext>
                </a:extLst>
              </p:cNvPr>
              <p:cNvSpPr>
                <a:spLocks noChangeArrowheads="1"/>
              </p:cNvSpPr>
              <p:nvPr/>
            </p:nvSpPr>
            <p:spPr bwMode="auto">
              <a:xfrm>
                <a:off x="3434"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8" name="Rectangle 66">
                <a:extLst>
                  <a:ext uri="{FF2B5EF4-FFF2-40B4-BE49-F238E27FC236}">
                    <a16:creationId xmlns:a16="http://schemas.microsoft.com/office/drawing/2014/main" id="{80523700-1209-6EFD-7E29-F55D9A639DE0}"/>
                  </a:ext>
                </a:extLst>
              </p:cNvPr>
              <p:cNvSpPr>
                <a:spLocks noChangeArrowheads="1"/>
              </p:cNvSpPr>
              <p:nvPr/>
            </p:nvSpPr>
            <p:spPr bwMode="auto">
              <a:xfrm>
                <a:off x="3438"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279" name="Rectangle 67">
                <a:extLst>
                  <a:ext uri="{FF2B5EF4-FFF2-40B4-BE49-F238E27FC236}">
                    <a16:creationId xmlns:a16="http://schemas.microsoft.com/office/drawing/2014/main" id="{636383B8-11A5-5B22-62B0-3A0D162E6CD1}"/>
                  </a:ext>
                </a:extLst>
              </p:cNvPr>
              <p:cNvSpPr>
                <a:spLocks noChangeArrowheads="1"/>
              </p:cNvSpPr>
              <p:nvPr/>
            </p:nvSpPr>
            <p:spPr bwMode="auto">
              <a:xfrm>
                <a:off x="3434"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0" name="Rectangle 68">
                <a:extLst>
                  <a:ext uri="{FF2B5EF4-FFF2-40B4-BE49-F238E27FC236}">
                    <a16:creationId xmlns:a16="http://schemas.microsoft.com/office/drawing/2014/main" id="{7AE424AC-6EBC-9234-66B6-D8B8FF298A82}"/>
                  </a:ext>
                </a:extLst>
              </p:cNvPr>
              <p:cNvSpPr>
                <a:spLocks noChangeArrowheads="1"/>
              </p:cNvSpPr>
              <p:nvPr/>
            </p:nvSpPr>
            <p:spPr bwMode="auto">
              <a:xfrm>
                <a:off x="3438"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281" name="Rectangle 69">
                <a:extLst>
                  <a:ext uri="{FF2B5EF4-FFF2-40B4-BE49-F238E27FC236}">
                    <a16:creationId xmlns:a16="http://schemas.microsoft.com/office/drawing/2014/main" id="{2913F2D3-9187-E487-C7CB-4EF1E59CAC50}"/>
                  </a:ext>
                </a:extLst>
              </p:cNvPr>
              <p:cNvSpPr>
                <a:spLocks noChangeArrowheads="1"/>
              </p:cNvSpPr>
              <p:nvPr/>
            </p:nvSpPr>
            <p:spPr bwMode="auto">
              <a:xfrm>
                <a:off x="3434" y="3653"/>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2" name="Rectangle 70">
                <a:extLst>
                  <a:ext uri="{FF2B5EF4-FFF2-40B4-BE49-F238E27FC236}">
                    <a16:creationId xmlns:a16="http://schemas.microsoft.com/office/drawing/2014/main" id="{971F2D2F-FCCA-6FCC-8503-935DB8E07D32}"/>
                  </a:ext>
                </a:extLst>
              </p:cNvPr>
              <p:cNvSpPr>
                <a:spLocks noChangeArrowheads="1"/>
              </p:cNvSpPr>
              <p:nvPr/>
            </p:nvSpPr>
            <p:spPr bwMode="auto">
              <a:xfrm>
                <a:off x="3438" y="3640"/>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283" name="Rectangle 71">
                <a:extLst>
                  <a:ext uri="{FF2B5EF4-FFF2-40B4-BE49-F238E27FC236}">
                    <a16:creationId xmlns:a16="http://schemas.microsoft.com/office/drawing/2014/main" id="{2633387A-B867-4A74-5357-F3C107240F23}"/>
                  </a:ext>
                </a:extLst>
              </p:cNvPr>
              <p:cNvSpPr>
                <a:spLocks noChangeArrowheads="1"/>
              </p:cNvSpPr>
              <p:nvPr/>
            </p:nvSpPr>
            <p:spPr bwMode="auto">
              <a:xfrm>
                <a:off x="3434" y="3653"/>
                <a:ext cx="373" cy="100"/>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4" name="Rectangle 72">
                <a:extLst>
                  <a:ext uri="{FF2B5EF4-FFF2-40B4-BE49-F238E27FC236}">
                    <a16:creationId xmlns:a16="http://schemas.microsoft.com/office/drawing/2014/main" id="{A7FC0FCB-6D3C-BD38-75A2-471C9768C9D5}"/>
                  </a:ext>
                </a:extLst>
              </p:cNvPr>
              <p:cNvSpPr>
                <a:spLocks noChangeArrowheads="1"/>
              </p:cNvSpPr>
              <p:nvPr/>
            </p:nvSpPr>
            <p:spPr bwMode="auto">
              <a:xfrm>
                <a:off x="3456" y="3640"/>
                <a:ext cx="34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spsr_irq</a:t>
                </a:r>
              </a:p>
            </p:txBody>
          </p:sp>
        </p:grpSp>
        <p:grpSp>
          <p:nvGrpSpPr>
            <p:cNvPr id="59" name="Group 101">
              <a:extLst>
                <a:ext uri="{FF2B5EF4-FFF2-40B4-BE49-F238E27FC236}">
                  <a16:creationId xmlns:a16="http://schemas.microsoft.com/office/drawing/2014/main" id="{9A55E8F9-901E-7642-EF06-E778A0CB4467}"/>
                </a:ext>
              </a:extLst>
            </p:cNvPr>
            <p:cNvGrpSpPr>
              <a:grpSpLocks/>
            </p:cNvGrpSpPr>
            <p:nvPr/>
          </p:nvGrpSpPr>
          <p:grpSpPr bwMode="auto">
            <a:xfrm>
              <a:off x="1258" y="1464"/>
              <a:ext cx="373" cy="1440"/>
              <a:chOff x="1258" y="1464"/>
              <a:chExt cx="373" cy="1440"/>
            </a:xfrm>
          </p:grpSpPr>
          <p:sp>
            <p:nvSpPr>
              <p:cNvPr id="246" name="Rectangle 74">
                <a:extLst>
                  <a:ext uri="{FF2B5EF4-FFF2-40B4-BE49-F238E27FC236}">
                    <a16:creationId xmlns:a16="http://schemas.microsoft.com/office/drawing/2014/main" id="{A86BEAD5-0353-695B-7A0A-8DC61B8E1059}"/>
                  </a:ext>
                </a:extLst>
              </p:cNvPr>
              <p:cNvSpPr>
                <a:spLocks noChangeArrowheads="1"/>
              </p:cNvSpPr>
              <p:nvPr/>
            </p:nvSpPr>
            <p:spPr bwMode="auto">
              <a:xfrm>
                <a:off x="1258" y="2782"/>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7" name="Rectangle 75">
                <a:extLst>
                  <a:ext uri="{FF2B5EF4-FFF2-40B4-BE49-F238E27FC236}">
                    <a16:creationId xmlns:a16="http://schemas.microsoft.com/office/drawing/2014/main" id="{A55998AF-A3E7-75E8-DCFF-DBEEA0837E6F}"/>
                  </a:ext>
                </a:extLst>
              </p:cNvPr>
              <p:cNvSpPr>
                <a:spLocks noChangeArrowheads="1"/>
              </p:cNvSpPr>
              <p:nvPr/>
            </p:nvSpPr>
            <p:spPr bwMode="auto">
              <a:xfrm>
                <a:off x="1258" y="267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8" name="Rectangle 76">
                <a:extLst>
                  <a:ext uri="{FF2B5EF4-FFF2-40B4-BE49-F238E27FC236}">
                    <a16:creationId xmlns:a16="http://schemas.microsoft.com/office/drawing/2014/main" id="{685FB200-9165-BD1D-ABD8-0BD69E8D22F6}"/>
                  </a:ext>
                </a:extLst>
              </p:cNvPr>
              <p:cNvSpPr>
                <a:spLocks noChangeArrowheads="1"/>
              </p:cNvSpPr>
              <p:nvPr/>
            </p:nvSpPr>
            <p:spPr bwMode="auto">
              <a:xfrm>
                <a:off x="1342" y="2769"/>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249" name="Rectangle 77">
                <a:extLst>
                  <a:ext uri="{FF2B5EF4-FFF2-40B4-BE49-F238E27FC236}">
                    <a16:creationId xmlns:a16="http://schemas.microsoft.com/office/drawing/2014/main" id="{40B00B8E-EE04-2F95-9B23-68738DE1EB85}"/>
                  </a:ext>
                </a:extLst>
              </p:cNvPr>
              <p:cNvSpPr>
                <a:spLocks noChangeArrowheads="1"/>
              </p:cNvSpPr>
              <p:nvPr/>
            </p:nvSpPr>
            <p:spPr bwMode="auto">
              <a:xfrm>
                <a:off x="1258" y="256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0" name="Rectangle 78">
                <a:extLst>
                  <a:ext uri="{FF2B5EF4-FFF2-40B4-BE49-F238E27FC236}">
                    <a16:creationId xmlns:a16="http://schemas.microsoft.com/office/drawing/2014/main" id="{15863321-AD5D-989C-CA68-9ED25440207F}"/>
                  </a:ext>
                </a:extLst>
              </p:cNvPr>
              <p:cNvSpPr>
                <a:spLocks noChangeArrowheads="1"/>
              </p:cNvSpPr>
              <p:nvPr/>
            </p:nvSpPr>
            <p:spPr bwMode="auto">
              <a:xfrm>
                <a:off x="1342" y="255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251" name="Rectangle 79">
                <a:extLst>
                  <a:ext uri="{FF2B5EF4-FFF2-40B4-BE49-F238E27FC236}">
                    <a16:creationId xmlns:a16="http://schemas.microsoft.com/office/drawing/2014/main" id="{2BED3681-26FE-3D2A-E039-6E0ADC968533}"/>
                  </a:ext>
                </a:extLst>
              </p:cNvPr>
              <p:cNvSpPr>
                <a:spLocks noChangeArrowheads="1"/>
              </p:cNvSpPr>
              <p:nvPr/>
            </p:nvSpPr>
            <p:spPr bwMode="auto">
              <a:xfrm>
                <a:off x="1258" y="245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2" name="Rectangle 80">
                <a:extLst>
                  <a:ext uri="{FF2B5EF4-FFF2-40B4-BE49-F238E27FC236}">
                    <a16:creationId xmlns:a16="http://schemas.microsoft.com/office/drawing/2014/main" id="{961FF83D-80BB-4EDF-FD84-14C9F8D695E4}"/>
                  </a:ext>
                </a:extLst>
              </p:cNvPr>
              <p:cNvSpPr>
                <a:spLocks noChangeArrowheads="1"/>
              </p:cNvSpPr>
              <p:nvPr/>
            </p:nvSpPr>
            <p:spPr bwMode="auto">
              <a:xfrm>
                <a:off x="1342" y="266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253" name="Rectangle 81">
                <a:extLst>
                  <a:ext uri="{FF2B5EF4-FFF2-40B4-BE49-F238E27FC236}">
                    <a16:creationId xmlns:a16="http://schemas.microsoft.com/office/drawing/2014/main" id="{1F55DBBB-978E-2620-1555-8E79C4A2564A}"/>
                  </a:ext>
                </a:extLst>
              </p:cNvPr>
              <p:cNvSpPr>
                <a:spLocks noChangeArrowheads="1"/>
              </p:cNvSpPr>
              <p:nvPr/>
            </p:nvSpPr>
            <p:spPr bwMode="auto">
              <a:xfrm>
                <a:off x="1258" y="2346"/>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4" name="Rectangle 82">
                <a:extLst>
                  <a:ext uri="{FF2B5EF4-FFF2-40B4-BE49-F238E27FC236}">
                    <a16:creationId xmlns:a16="http://schemas.microsoft.com/office/drawing/2014/main" id="{0E87F28C-9C04-53F1-5495-5CC171E7F82D}"/>
                  </a:ext>
                </a:extLst>
              </p:cNvPr>
              <p:cNvSpPr>
                <a:spLocks noChangeArrowheads="1"/>
              </p:cNvSpPr>
              <p:nvPr/>
            </p:nvSpPr>
            <p:spPr bwMode="auto">
              <a:xfrm>
                <a:off x="1360" y="244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255" name="Rectangle 83">
                <a:extLst>
                  <a:ext uri="{FF2B5EF4-FFF2-40B4-BE49-F238E27FC236}">
                    <a16:creationId xmlns:a16="http://schemas.microsoft.com/office/drawing/2014/main" id="{41439C55-AE30-8421-C8A1-D084F6491E0F}"/>
                  </a:ext>
                </a:extLst>
              </p:cNvPr>
              <p:cNvSpPr>
                <a:spLocks noChangeArrowheads="1"/>
              </p:cNvSpPr>
              <p:nvPr/>
            </p:nvSpPr>
            <p:spPr bwMode="auto">
              <a:xfrm>
                <a:off x="1360" y="233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nvGrpSpPr>
              <p:cNvPr id="256" name="Group 100">
                <a:extLst>
                  <a:ext uri="{FF2B5EF4-FFF2-40B4-BE49-F238E27FC236}">
                    <a16:creationId xmlns:a16="http://schemas.microsoft.com/office/drawing/2014/main" id="{66EB252F-30B9-9188-2890-D58901BC3786}"/>
                  </a:ext>
                </a:extLst>
              </p:cNvPr>
              <p:cNvGrpSpPr>
                <a:grpSpLocks/>
              </p:cNvGrpSpPr>
              <p:nvPr/>
            </p:nvGrpSpPr>
            <p:grpSpPr bwMode="auto">
              <a:xfrm>
                <a:off x="1258" y="1464"/>
                <a:ext cx="373" cy="896"/>
                <a:chOff x="1258" y="1464"/>
                <a:chExt cx="373" cy="896"/>
              </a:xfrm>
            </p:grpSpPr>
            <p:sp>
              <p:nvSpPr>
                <p:cNvPr id="257" name="Rectangle 84">
                  <a:extLst>
                    <a:ext uri="{FF2B5EF4-FFF2-40B4-BE49-F238E27FC236}">
                      <a16:creationId xmlns:a16="http://schemas.microsoft.com/office/drawing/2014/main" id="{4D783F46-07EA-2CD6-2055-837619F4728A}"/>
                    </a:ext>
                  </a:extLst>
                </p:cNvPr>
                <p:cNvSpPr>
                  <a:spLocks noChangeArrowheads="1"/>
                </p:cNvSpPr>
                <p:nvPr/>
              </p:nvSpPr>
              <p:spPr bwMode="auto">
                <a:xfrm>
                  <a:off x="1258" y="2237"/>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8" name="Rectangle 85">
                  <a:extLst>
                    <a:ext uri="{FF2B5EF4-FFF2-40B4-BE49-F238E27FC236}">
                      <a16:creationId xmlns:a16="http://schemas.microsoft.com/office/drawing/2014/main" id="{735E5620-6524-D857-FA1F-18E38540337D}"/>
                    </a:ext>
                  </a:extLst>
                </p:cNvPr>
                <p:cNvSpPr>
                  <a:spLocks noChangeArrowheads="1"/>
                </p:cNvSpPr>
                <p:nvPr/>
              </p:nvSpPr>
              <p:spPr bwMode="auto">
                <a:xfrm>
                  <a:off x="1258" y="1911"/>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59" name="Rectangle 86">
                  <a:extLst>
                    <a:ext uri="{FF2B5EF4-FFF2-40B4-BE49-F238E27FC236}">
                      <a16:creationId xmlns:a16="http://schemas.microsoft.com/office/drawing/2014/main" id="{B89E255E-3FDB-111E-69A5-89434A879364}"/>
                    </a:ext>
                  </a:extLst>
                </p:cNvPr>
                <p:cNvSpPr>
                  <a:spLocks noChangeArrowheads="1"/>
                </p:cNvSpPr>
                <p:nvPr/>
              </p:nvSpPr>
              <p:spPr bwMode="auto">
                <a:xfrm>
                  <a:off x="1360"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260" name="Rectangle 87">
                  <a:extLst>
                    <a:ext uri="{FF2B5EF4-FFF2-40B4-BE49-F238E27FC236}">
                      <a16:creationId xmlns:a16="http://schemas.microsoft.com/office/drawing/2014/main" id="{395C96B2-9A44-FEFF-4B69-DFE6EB41C994}"/>
                    </a:ext>
                  </a:extLst>
                </p:cNvPr>
                <p:cNvSpPr>
                  <a:spLocks noChangeArrowheads="1"/>
                </p:cNvSpPr>
                <p:nvPr/>
              </p:nvSpPr>
              <p:spPr bwMode="auto">
                <a:xfrm>
                  <a:off x="1360"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261" name="Rectangle 88">
                  <a:extLst>
                    <a:ext uri="{FF2B5EF4-FFF2-40B4-BE49-F238E27FC236}">
                      <a16:creationId xmlns:a16="http://schemas.microsoft.com/office/drawing/2014/main" id="{19E44DB9-CBF5-F14F-54E9-A7DE1A126323}"/>
                    </a:ext>
                  </a:extLst>
                </p:cNvPr>
                <p:cNvSpPr>
                  <a:spLocks noChangeArrowheads="1"/>
                </p:cNvSpPr>
                <p:nvPr/>
              </p:nvSpPr>
              <p:spPr bwMode="auto">
                <a:xfrm>
                  <a:off x="1258" y="2019"/>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2" name="Rectangle 89">
                  <a:extLst>
                    <a:ext uri="{FF2B5EF4-FFF2-40B4-BE49-F238E27FC236}">
                      <a16:creationId xmlns:a16="http://schemas.microsoft.com/office/drawing/2014/main" id="{87F06135-9855-6811-E33F-4A0862681F73}"/>
                    </a:ext>
                  </a:extLst>
                </p:cNvPr>
                <p:cNvSpPr>
                  <a:spLocks noChangeArrowheads="1"/>
                </p:cNvSpPr>
                <p:nvPr/>
              </p:nvSpPr>
              <p:spPr bwMode="auto">
                <a:xfrm>
                  <a:off x="1360"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263" name="Rectangle 90">
                  <a:extLst>
                    <a:ext uri="{FF2B5EF4-FFF2-40B4-BE49-F238E27FC236}">
                      <a16:creationId xmlns:a16="http://schemas.microsoft.com/office/drawing/2014/main" id="{279BCCDB-2BD8-C74C-C28A-7FA143AFA855}"/>
                    </a:ext>
                  </a:extLst>
                </p:cNvPr>
                <p:cNvSpPr>
                  <a:spLocks noChangeArrowheads="1"/>
                </p:cNvSpPr>
                <p:nvPr/>
              </p:nvSpPr>
              <p:spPr bwMode="auto">
                <a:xfrm>
                  <a:off x="1258" y="212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4" name="Rectangle 91">
                  <a:extLst>
                    <a:ext uri="{FF2B5EF4-FFF2-40B4-BE49-F238E27FC236}">
                      <a16:creationId xmlns:a16="http://schemas.microsoft.com/office/drawing/2014/main" id="{D5951DB0-2641-A30B-39AE-CF64F411EB18}"/>
                    </a:ext>
                  </a:extLst>
                </p:cNvPr>
                <p:cNvSpPr>
                  <a:spLocks noChangeArrowheads="1"/>
                </p:cNvSpPr>
                <p:nvPr/>
              </p:nvSpPr>
              <p:spPr bwMode="auto">
                <a:xfrm>
                  <a:off x="1258" y="169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5" name="Rectangle 92">
                  <a:extLst>
                    <a:ext uri="{FF2B5EF4-FFF2-40B4-BE49-F238E27FC236}">
                      <a16:creationId xmlns:a16="http://schemas.microsoft.com/office/drawing/2014/main" id="{1A9CCF68-DBCB-E70E-E81F-35580F3022CF}"/>
                    </a:ext>
                  </a:extLst>
                </p:cNvPr>
                <p:cNvSpPr>
                  <a:spLocks noChangeArrowheads="1"/>
                </p:cNvSpPr>
                <p:nvPr/>
              </p:nvSpPr>
              <p:spPr bwMode="auto">
                <a:xfrm>
                  <a:off x="1360"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266" name="Rectangle 93">
                  <a:extLst>
                    <a:ext uri="{FF2B5EF4-FFF2-40B4-BE49-F238E27FC236}">
                      <a16:creationId xmlns:a16="http://schemas.microsoft.com/office/drawing/2014/main" id="{63BFCD8F-A08A-4E23-E63A-20EA7D5D8002}"/>
                    </a:ext>
                  </a:extLst>
                </p:cNvPr>
                <p:cNvSpPr>
                  <a:spLocks noChangeArrowheads="1"/>
                </p:cNvSpPr>
                <p:nvPr/>
              </p:nvSpPr>
              <p:spPr bwMode="auto">
                <a:xfrm>
                  <a:off x="1258" y="1802"/>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7" name="Rectangle 94">
                  <a:extLst>
                    <a:ext uri="{FF2B5EF4-FFF2-40B4-BE49-F238E27FC236}">
                      <a16:creationId xmlns:a16="http://schemas.microsoft.com/office/drawing/2014/main" id="{B385EAE1-DC17-C419-3603-E15E74C0E4B0}"/>
                    </a:ext>
                  </a:extLst>
                </p:cNvPr>
                <p:cNvSpPr>
                  <a:spLocks noChangeArrowheads="1"/>
                </p:cNvSpPr>
                <p:nvPr/>
              </p:nvSpPr>
              <p:spPr bwMode="auto">
                <a:xfrm>
                  <a:off x="1258" y="158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68" name="Rectangle 95">
                  <a:extLst>
                    <a:ext uri="{FF2B5EF4-FFF2-40B4-BE49-F238E27FC236}">
                      <a16:creationId xmlns:a16="http://schemas.microsoft.com/office/drawing/2014/main" id="{018803B3-6800-79FA-D1EB-E90F1D9E054A}"/>
                    </a:ext>
                  </a:extLst>
                </p:cNvPr>
                <p:cNvSpPr>
                  <a:spLocks noChangeArrowheads="1"/>
                </p:cNvSpPr>
                <p:nvPr/>
              </p:nvSpPr>
              <p:spPr bwMode="auto">
                <a:xfrm>
                  <a:off x="1360"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269" name="Rectangle 96">
                  <a:extLst>
                    <a:ext uri="{FF2B5EF4-FFF2-40B4-BE49-F238E27FC236}">
                      <a16:creationId xmlns:a16="http://schemas.microsoft.com/office/drawing/2014/main" id="{B4E8DD2F-54B1-1E52-9B0D-87053500A934}"/>
                    </a:ext>
                  </a:extLst>
                </p:cNvPr>
                <p:cNvSpPr>
                  <a:spLocks noChangeArrowheads="1"/>
                </p:cNvSpPr>
                <p:nvPr/>
              </p:nvSpPr>
              <p:spPr bwMode="auto">
                <a:xfrm>
                  <a:off x="1258" y="147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0" name="Rectangle 97">
                  <a:extLst>
                    <a:ext uri="{FF2B5EF4-FFF2-40B4-BE49-F238E27FC236}">
                      <a16:creationId xmlns:a16="http://schemas.microsoft.com/office/drawing/2014/main" id="{DC428A28-3CA2-44D3-D78E-0DBC28C0B886}"/>
                    </a:ext>
                  </a:extLst>
                </p:cNvPr>
                <p:cNvSpPr>
                  <a:spLocks noChangeArrowheads="1"/>
                </p:cNvSpPr>
                <p:nvPr/>
              </p:nvSpPr>
              <p:spPr bwMode="auto">
                <a:xfrm>
                  <a:off x="1360"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271" name="Rectangle 98">
                  <a:extLst>
                    <a:ext uri="{FF2B5EF4-FFF2-40B4-BE49-F238E27FC236}">
                      <a16:creationId xmlns:a16="http://schemas.microsoft.com/office/drawing/2014/main" id="{351E548D-AEA8-F32B-05B8-A2B0D9288C0C}"/>
                    </a:ext>
                  </a:extLst>
                </p:cNvPr>
                <p:cNvSpPr>
                  <a:spLocks noChangeArrowheads="1"/>
                </p:cNvSpPr>
                <p:nvPr/>
              </p:nvSpPr>
              <p:spPr bwMode="auto">
                <a:xfrm>
                  <a:off x="1360"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272" name="Rectangle 99">
                  <a:extLst>
                    <a:ext uri="{FF2B5EF4-FFF2-40B4-BE49-F238E27FC236}">
                      <a16:creationId xmlns:a16="http://schemas.microsoft.com/office/drawing/2014/main" id="{7729E08E-6EB2-E9B0-50A1-F29983FC4F21}"/>
                    </a:ext>
                  </a:extLst>
                </p:cNvPr>
                <p:cNvSpPr>
                  <a:spLocks noChangeArrowheads="1"/>
                </p:cNvSpPr>
                <p:nvPr/>
              </p:nvSpPr>
              <p:spPr bwMode="auto">
                <a:xfrm>
                  <a:off x="1360"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grpSp>
          <p:nvGrpSpPr>
            <p:cNvPr id="60" name="Group 118">
              <a:extLst>
                <a:ext uri="{FF2B5EF4-FFF2-40B4-BE49-F238E27FC236}">
                  <a16:creationId xmlns:a16="http://schemas.microsoft.com/office/drawing/2014/main" id="{3C72CD56-4D9E-FD76-22FC-3C50B29316E7}"/>
                </a:ext>
              </a:extLst>
            </p:cNvPr>
            <p:cNvGrpSpPr>
              <a:grpSpLocks/>
            </p:cNvGrpSpPr>
            <p:nvPr/>
          </p:nvGrpSpPr>
          <p:grpSpPr bwMode="auto">
            <a:xfrm>
              <a:off x="1801" y="1464"/>
              <a:ext cx="374" cy="896"/>
              <a:chOff x="1801" y="1464"/>
              <a:chExt cx="374" cy="896"/>
            </a:xfrm>
          </p:grpSpPr>
          <p:sp>
            <p:nvSpPr>
              <p:cNvPr id="230" name="Rectangle 102">
                <a:extLst>
                  <a:ext uri="{FF2B5EF4-FFF2-40B4-BE49-F238E27FC236}">
                    <a16:creationId xmlns:a16="http://schemas.microsoft.com/office/drawing/2014/main" id="{6B2B0EF8-D4B9-5497-F144-7641B0E88A27}"/>
                  </a:ext>
                </a:extLst>
              </p:cNvPr>
              <p:cNvSpPr>
                <a:spLocks noChangeArrowheads="1"/>
              </p:cNvSpPr>
              <p:nvPr/>
            </p:nvSpPr>
            <p:spPr bwMode="auto">
              <a:xfrm>
                <a:off x="1801" y="2237"/>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31" name="Rectangle 103">
                <a:extLst>
                  <a:ext uri="{FF2B5EF4-FFF2-40B4-BE49-F238E27FC236}">
                    <a16:creationId xmlns:a16="http://schemas.microsoft.com/office/drawing/2014/main" id="{DB6B59C4-425D-CC22-1C31-9F981504CCB6}"/>
                  </a:ext>
                </a:extLst>
              </p:cNvPr>
              <p:cNvSpPr>
                <a:spLocks noChangeArrowheads="1"/>
              </p:cNvSpPr>
              <p:nvPr/>
            </p:nvSpPr>
            <p:spPr bwMode="auto">
              <a:xfrm>
                <a:off x="1801" y="1911"/>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32" name="Rectangle 104">
                <a:extLst>
                  <a:ext uri="{FF2B5EF4-FFF2-40B4-BE49-F238E27FC236}">
                    <a16:creationId xmlns:a16="http://schemas.microsoft.com/office/drawing/2014/main" id="{7FB8ED95-A3DF-CCF8-DB52-F5E0FF90E13A}"/>
                  </a:ext>
                </a:extLst>
              </p:cNvPr>
              <p:cNvSpPr>
                <a:spLocks noChangeArrowheads="1"/>
              </p:cNvSpPr>
              <p:nvPr/>
            </p:nvSpPr>
            <p:spPr bwMode="auto">
              <a:xfrm>
                <a:off x="1904"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233" name="Rectangle 105">
                <a:extLst>
                  <a:ext uri="{FF2B5EF4-FFF2-40B4-BE49-F238E27FC236}">
                    <a16:creationId xmlns:a16="http://schemas.microsoft.com/office/drawing/2014/main" id="{44E06C5A-FC96-DB2F-1BE9-B8CD7B1DEEBF}"/>
                  </a:ext>
                </a:extLst>
              </p:cNvPr>
              <p:cNvSpPr>
                <a:spLocks noChangeArrowheads="1"/>
              </p:cNvSpPr>
              <p:nvPr/>
            </p:nvSpPr>
            <p:spPr bwMode="auto">
              <a:xfrm>
                <a:off x="1904"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234" name="Rectangle 106">
                <a:extLst>
                  <a:ext uri="{FF2B5EF4-FFF2-40B4-BE49-F238E27FC236}">
                    <a16:creationId xmlns:a16="http://schemas.microsoft.com/office/drawing/2014/main" id="{706E26BD-A32D-57A9-6DF7-725D91DE7C49}"/>
                  </a:ext>
                </a:extLst>
              </p:cNvPr>
              <p:cNvSpPr>
                <a:spLocks noChangeArrowheads="1"/>
              </p:cNvSpPr>
              <p:nvPr/>
            </p:nvSpPr>
            <p:spPr bwMode="auto">
              <a:xfrm>
                <a:off x="1801" y="2019"/>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35" name="Rectangle 107">
                <a:extLst>
                  <a:ext uri="{FF2B5EF4-FFF2-40B4-BE49-F238E27FC236}">
                    <a16:creationId xmlns:a16="http://schemas.microsoft.com/office/drawing/2014/main" id="{6D69481C-6893-9CE0-08BF-53E69D57BBB4}"/>
                  </a:ext>
                </a:extLst>
              </p:cNvPr>
              <p:cNvSpPr>
                <a:spLocks noChangeArrowheads="1"/>
              </p:cNvSpPr>
              <p:nvPr/>
            </p:nvSpPr>
            <p:spPr bwMode="auto">
              <a:xfrm>
                <a:off x="1904"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236" name="Rectangle 108">
                <a:extLst>
                  <a:ext uri="{FF2B5EF4-FFF2-40B4-BE49-F238E27FC236}">
                    <a16:creationId xmlns:a16="http://schemas.microsoft.com/office/drawing/2014/main" id="{20536A83-55B4-30B7-DF8F-005A465C519A}"/>
                  </a:ext>
                </a:extLst>
              </p:cNvPr>
              <p:cNvSpPr>
                <a:spLocks noChangeArrowheads="1"/>
              </p:cNvSpPr>
              <p:nvPr/>
            </p:nvSpPr>
            <p:spPr bwMode="auto">
              <a:xfrm>
                <a:off x="1801" y="2128"/>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37" name="Rectangle 109">
                <a:extLst>
                  <a:ext uri="{FF2B5EF4-FFF2-40B4-BE49-F238E27FC236}">
                    <a16:creationId xmlns:a16="http://schemas.microsoft.com/office/drawing/2014/main" id="{DFE592BC-3A07-B081-C2A9-7D7276F2C8B8}"/>
                  </a:ext>
                </a:extLst>
              </p:cNvPr>
              <p:cNvSpPr>
                <a:spLocks noChangeArrowheads="1"/>
              </p:cNvSpPr>
              <p:nvPr/>
            </p:nvSpPr>
            <p:spPr bwMode="auto">
              <a:xfrm>
                <a:off x="1801" y="1693"/>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38" name="Rectangle 110">
                <a:extLst>
                  <a:ext uri="{FF2B5EF4-FFF2-40B4-BE49-F238E27FC236}">
                    <a16:creationId xmlns:a16="http://schemas.microsoft.com/office/drawing/2014/main" id="{DED5A57F-BAC6-58FE-887C-97C51234AB32}"/>
                  </a:ext>
                </a:extLst>
              </p:cNvPr>
              <p:cNvSpPr>
                <a:spLocks noChangeArrowheads="1"/>
              </p:cNvSpPr>
              <p:nvPr/>
            </p:nvSpPr>
            <p:spPr bwMode="auto">
              <a:xfrm>
                <a:off x="1904"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239" name="Rectangle 111">
                <a:extLst>
                  <a:ext uri="{FF2B5EF4-FFF2-40B4-BE49-F238E27FC236}">
                    <a16:creationId xmlns:a16="http://schemas.microsoft.com/office/drawing/2014/main" id="{A7F067C2-25D7-C682-FAC2-5086608DDC65}"/>
                  </a:ext>
                </a:extLst>
              </p:cNvPr>
              <p:cNvSpPr>
                <a:spLocks noChangeArrowheads="1"/>
              </p:cNvSpPr>
              <p:nvPr/>
            </p:nvSpPr>
            <p:spPr bwMode="auto">
              <a:xfrm>
                <a:off x="1801" y="1802"/>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0" name="Rectangle 112">
                <a:extLst>
                  <a:ext uri="{FF2B5EF4-FFF2-40B4-BE49-F238E27FC236}">
                    <a16:creationId xmlns:a16="http://schemas.microsoft.com/office/drawing/2014/main" id="{2414AC7E-C7F4-3C14-FA45-B74B788676FF}"/>
                  </a:ext>
                </a:extLst>
              </p:cNvPr>
              <p:cNvSpPr>
                <a:spLocks noChangeArrowheads="1"/>
              </p:cNvSpPr>
              <p:nvPr/>
            </p:nvSpPr>
            <p:spPr bwMode="auto">
              <a:xfrm>
                <a:off x="1801" y="158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1" name="Rectangle 113">
                <a:extLst>
                  <a:ext uri="{FF2B5EF4-FFF2-40B4-BE49-F238E27FC236}">
                    <a16:creationId xmlns:a16="http://schemas.microsoft.com/office/drawing/2014/main" id="{461C55FA-A263-22AA-7963-192D37F5DC52}"/>
                  </a:ext>
                </a:extLst>
              </p:cNvPr>
              <p:cNvSpPr>
                <a:spLocks noChangeArrowheads="1"/>
              </p:cNvSpPr>
              <p:nvPr/>
            </p:nvSpPr>
            <p:spPr bwMode="auto">
              <a:xfrm>
                <a:off x="1904"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242" name="Rectangle 114">
                <a:extLst>
                  <a:ext uri="{FF2B5EF4-FFF2-40B4-BE49-F238E27FC236}">
                    <a16:creationId xmlns:a16="http://schemas.microsoft.com/office/drawing/2014/main" id="{690920CC-7F95-FE7B-2F30-EB480620E1B3}"/>
                  </a:ext>
                </a:extLst>
              </p:cNvPr>
              <p:cNvSpPr>
                <a:spLocks noChangeArrowheads="1"/>
              </p:cNvSpPr>
              <p:nvPr/>
            </p:nvSpPr>
            <p:spPr bwMode="auto">
              <a:xfrm>
                <a:off x="1801" y="1475"/>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43" name="Rectangle 115">
                <a:extLst>
                  <a:ext uri="{FF2B5EF4-FFF2-40B4-BE49-F238E27FC236}">
                    <a16:creationId xmlns:a16="http://schemas.microsoft.com/office/drawing/2014/main" id="{0B6944AC-B180-5816-AD89-BDADA85A7982}"/>
                  </a:ext>
                </a:extLst>
              </p:cNvPr>
              <p:cNvSpPr>
                <a:spLocks noChangeArrowheads="1"/>
              </p:cNvSpPr>
              <p:nvPr/>
            </p:nvSpPr>
            <p:spPr bwMode="auto">
              <a:xfrm>
                <a:off x="1904"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244" name="Rectangle 116">
                <a:extLst>
                  <a:ext uri="{FF2B5EF4-FFF2-40B4-BE49-F238E27FC236}">
                    <a16:creationId xmlns:a16="http://schemas.microsoft.com/office/drawing/2014/main" id="{576E1DDD-CFE9-AC86-A2BE-CBAEA2AE5FAE}"/>
                  </a:ext>
                </a:extLst>
              </p:cNvPr>
              <p:cNvSpPr>
                <a:spLocks noChangeArrowheads="1"/>
              </p:cNvSpPr>
              <p:nvPr/>
            </p:nvSpPr>
            <p:spPr bwMode="auto">
              <a:xfrm>
                <a:off x="1904"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245" name="Rectangle 117">
                <a:extLst>
                  <a:ext uri="{FF2B5EF4-FFF2-40B4-BE49-F238E27FC236}">
                    <a16:creationId xmlns:a16="http://schemas.microsoft.com/office/drawing/2014/main" id="{A58C839C-8EB9-D205-514E-D1F8296A1C26}"/>
                  </a:ext>
                </a:extLst>
              </p:cNvPr>
              <p:cNvSpPr>
                <a:spLocks noChangeArrowheads="1"/>
              </p:cNvSpPr>
              <p:nvPr/>
            </p:nvSpPr>
            <p:spPr bwMode="auto">
              <a:xfrm>
                <a:off x="1904"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nvGrpSpPr>
            <p:cNvPr id="61" name="Group 146">
              <a:extLst>
                <a:ext uri="{FF2B5EF4-FFF2-40B4-BE49-F238E27FC236}">
                  <a16:creationId xmlns:a16="http://schemas.microsoft.com/office/drawing/2014/main" id="{C605475F-C789-2916-CCE8-1C62AF2DA288}"/>
                </a:ext>
              </a:extLst>
            </p:cNvPr>
            <p:cNvGrpSpPr>
              <a:grpSpLocks/>
            </p:cNvGrpSpPr>
            <p:nvPr/>
          </p:nvGrpSpPr>
          <p:grpSpPr bwMode="auto">
            <a:xfrm>
              <a:off x="2345" y="1464"/>
              <a:ext cx="374" cy="1440"/>
              <a:chOff x="2345" y="1464"/>
              <a:chExt cx="374" cy="1440"/>
            </a:xfrm>
          </p:grpSpPr>
          <p:sp>
            <p:nvSpPr>
              <p:cNvPr id="203" name="Rectangle 119">
                <a:extLst>
                  <a:ext uri="{FF2B5EF4-FFF2-40B4-BE49-F238E27FC236}">
                    <a16:creationId xmlns:a16="http://schemas.microsoft.com/office/drawing/2014/main" id="{037FB7B2-0CC7-6A69-2241-95BE1AE60278}"/>
                  </a:ext>
                </a:extLst>
              </p:cNvPr>
              <p:cNvSpPr>
                <a:spLocks noChangeArrowheads="1"/>
              </p:cNvSpPr>
              <p:nvPr/>
            </p:nvSpPr>
            <p:spPr bwMode="auto">
              <a:xfrm>
                <a:off x="2345" y="2782"/>
                <a:ext cx="374"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04" name="Rectangle 120">
                <a:extLst>
                  <a:ext uri="{FF2B5EF4-FFF2-40B4-BE49-F238E27FC236}">
                    <a16:creationId xmlns:a16="http://schemas.microsoft.com/office/drawing/2014/main" id="{4258E329-C233-273B-320B-56BB38F009DE}"/>
                  </a:ext>
                </a:extLst>
              </p:cNvPr>
              <p:cNvSpPr>
                <a:spLocks noChangeArrowheads="1"/>
              </p:cNvSpPr>
              <p:nvPr/>
            </p:nvSpPr>
            <p:spPr bwMode="auto">
              <a:xfrm>
                <a:off x="2345" y="2673"/>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05" name="Rectangle 121">
                <a:extLst>
                  <a:ext uri="{FF2B5EF4-FFF2-40B4-BE49-F238E27FC236}">
                    <a16:creationId xmlns:a16="http://schemas.microsoft.com/office/drawing/2014/main" id="{CC64386D-672E-F0AB-6D72-40B82A2C3C4B}"/>
                  </a:ext>
                </a:extLst>
              </p:cNvPr>
              <p:cNvSpPr>
                <a:spLocks noChangeArrowheads="1"/>
              </p:cNvSpPr>
              <p:nvPr/>
            </p:nvSpPr>
            <p:spPr bwMode="auto">
              <a:xfrm>
                <a:off x="2429" y="2769"/>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206" name="Rectangle 122">
                <a:extLst>
                  <a:ext uri="{FF2B5EF4-FFF2-40B4-BE49-F238E27FC236}">
                    <a16:creationId xmlns:a16="http://schemas.microsoft.com/office/drawing/2014/main" id="{E737C806-7BA0-ADE3-0DBC-BCE3C1F9CDF5}"/>
                  </a:ext>
                </a:extLst>
              </p:cNvPr>
              <p:cNvSpPr>
                <a:spLocks noChangeArrowheads="1"/>
              </p:cNvSpPr>
              <p:nvPr/>
            </p:nvSpPr>
            <p:spPr bwMode="auto">
              <a:xfrm>
                <a:off x="2345" y="256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07" name="Rectangle 123">
                <a:extLst>
                  <a:ext uri="{FF2B5EF4-FFF2-40B4-BE49-F238E27FC236}">
                    <a16:creationId xmlns:a16="http://schemas.microsoft.com/office/drawing/2014/main" id="{28CC1BA5-6E04-DC3B-B4F8-3FAE80ACB848}"/>
                  </a:ext>
                </a:extLst>
              </p:cNvPr>
              <p:cNvSpPr>
                <a:spLocks noChangeArrowheads="1"/>
              </p:cNvSpPr>
              <p:nvPr/>
            </p:nvSpPr>
            <p:spPr bwMode="auto">
              <a:xfrm>
                <a:off x="2429" y="255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208" name="Rectangle 124">
                <a:extLst>
                  <a:ext uri="{FF2B5EF4-FFF2-40B4-BE49-F238E27FC236}">
                    <a16:creationId xmlns:a16="http://schemas.microsoft.com/office/drawing/2014/main" id="{5437D3F8-EF4B-AC80-8720-19B04F6B5DC2}"/>
                  </a:ext>
                </a:extLst>
              </p:cNvPr>
              <p:cNvSpPr>
                <a:spLocks noChangeArrowheads="1"/>
              </p:cNvSpPr>
              <p:nvPr/>
            </p:nvSpPr>
            <p:spPr bwMode="auto">
              <a:xfrm>
                <a:off x="2345" y="2455"/>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09" name="Rectangle 125">
                <a:extLst>
                  <a:ext uri="{FF2B5EF4-FFF2-40B4-BE49-F238E27FC236}">
                    <a16:creationId xmlns:a16="http://schemas.microsoft.com/office/drawing/2014/main" id="{7D049769-611A-3D28-5B1D-E9B4712EFE48}"/>
                  </a:ext>
                </a:extLst>
              </p:cNvPr>
              <p:cNvSpPr>
                <a:spLocks noChangeArrowheads="1"/>
              </p:cNvSpPr>
              <p:nvPr/>
            </p:nvSpPr>
            <p:spPr bwMode="auto">
              <a:xfrm>
                <a:off x="2429" y="266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210" name="Rectangle 126">
                <a:extLst>
                  <a:ext uri="{FF2B5EF4-FFF2-40B4-BE49-F238E27FC236}">
                    <a16:creationId xmlns:a16="http://schemas.microsoft.com/office/drawing/2014/main" id="{5112BA71-98FC-C36A-2EB7-0E54C5CE6D56}"/>
                  </a:ext>
                </a:extLst>
              </p:cNvPr>
              <p:cNvSpPr>
                <a:spLocks noChangeArrowheads="1"/>
              </p:cNvSpPr>
              <p:nvPr/>
            </p:nvSpPr>
            <p:spPr bwMode="auto">
              <a:xfrm>
                <a:off x="2345" y="2346"/>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11" name="Rectangle 127">
                <a:extLst>
                  <a:ext uri="{FF2B5EF4-FFF2-40B4-BE49-F238E27FC236}">
                    <a16:creationId xmlns:a16="http://schemas.microsoft.com/office/drawing/2014/main" id="{3FBE0917-9F99-4390-FECD-AF281CCA13C6}"/>
                  </a:ext>
                </a:extLst>
              </p:cNvPr>
              <p:cNvSpPr>
                <a:spLocks noChangeArrowheads="1"/>
              </p:cNvSpPr>
              <p:nvPr/>
            </p:nvSpPr>
            <p:spPr bwMode="auto">
              <a:xfrm>
                <a:off x="2447" y="244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212" name="Rectangle 128">
                <a:extLst>
                  <a:ext uri="{FF2B5EF4-FFF2-40B4-BE49-F238E27FC236}">
                    <a16:creationId xmlns:a16="http://schemas.microsoft.com/office/drawing/2014/main" id="{008EF77F-65FB-B4C9-C1FD-B36691080C3D}"/>
                  </a:ext>
                </a:extLst>
              </p:cNvPr>
              <p:cNvSpPr>
                <a:spLocks noChangeArrowheads="1"/>
              </p:cNvSpPr>
              <p:nvPr/>
            </p:nvSpPr>
            <p:spPr bwMode="auto">
              <a:xfrm>
                <a:off x="2447" y="233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nvGrpSpPr>
              <p:cNvPr id="213" name="Group 145">
                <a:extLst>
                  <a:ext uri="{FF2B5EF4-FFF2-40B4-BE49-F238E27FC236}">
                    <a16:creationId xmlns:a16="http://schemas.microsoft.com/office/drawing/2014/main" id="{E8409026-F393-8C09-91CB-11DB493A2495}"/>
                  </a:ext>
                </a:extLst>
              </p:cNvPr>
              <p:cNvGrpSpPr>
                <a:grpSpLocks/>
              </p:cNvGrpSpPr>
              <p:nvPr/>
            </p:nvGrpSpPr>
            <p:grpSpPr bwMode="auto">
              <a:xfrm>
                <a:off x="2345" y="1464"/>
                <a:ext cx="374" cy="896"/>
                <a:chOff x="2345" y="1464"/>
                <a:chExt cx="374" cy="896"/>
              </a:xfrm>
            </p:grpSpPr>
            <p:sp>
              <p:nvSpPr>
                <p:cNvPr id="214" name="Rectangle 129">
                  <a:extLst>
                    <a:ext uri="{FF2B5EF4-FFF2-40B4-BE49-F238E27FC236}">
                      <a16:creationId xmlns:a16="http://schemas.microsoft.com/office/drawing/2014/main" id="{C2297D32-376C-1141-2809-9A34835C2BCB}"/>
                    </a:ext>
                  </a:extLst>
                </p:cNvPr>
                <p:cNvSpPr>
                  <a:spLocks noChangeArrowheads="1"/>
                </p:cNvSpPr>
                <p:nvPr/>
              </p:nvSpPr>
              <p:spPr bwMode="auto">
                <a:xfrm>
                  <a:off x="2345" y="2237"/>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15" name="Rectangle 130">
                  <a:extLst>
                    <a:ext uri="{FF2B5EF4-FFF2-40B4-BE49-F238E27FC236}">
                      <a16:creationId xmlns:a16="http://schemas.microsoft.com/office/drawing/2014/main" id="{259DD82A-6608-9F3C-6FCF-62EAE5F9671B}"/>
                    </a:ext>
                  </a:extLst>
                </p:cNvPr>
                <p:cNvSpPr>
                  <a:spLocks noChangeArrowheads="1"/>
                </p:cNvSpPr>
                <p:nvPr/>
              </p:nvSpPr>
              <p:spPr bwMode="auto">
                <a:xfrm>
                  <a:off x="2345" y="1911"/>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16" name="Rectangle 131">
                  <a:extLst>
                    <a:ext uri="{FF2B5EF4-FFF2-40B4-BE49-F238E27FC236}">
                      <a16:creationId xmlns:a16="http://schemas.microsoft.com/office/drawing/2014/main" id="{BD76069D-7D9E-D11F-3166-5B2B55AB8A18}"/>
                    </a:ext>
                  </a:extLst>
                </p:cNvPr>
                <p:cNvSpPr>
                  <a:spLocks noChangeArrowheads="1"/>
                </p:cNvSpPr>
                <p:nvPr/>
              </p:nvSpPr>
              <p:spPr bwMode="auto">
                <a:xfrm>
                  <a:off x="2447"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217" name="Rectangle 132">
                  <a:extLst>
                    <a:ext uri="{FF2B5EF4-FFF2-40B4-BE49-F238E27FC236}">
                      <a16:creationId xmlns:a16="http://schemas.microsoft.com/office/drawing/2014/main" id="{BF66F2D8-7804-623C-BA2B-4E4E7398BAF2}"/>
                    </a:ext>
                  </a:extLst>
                </p:cNvPr>
                <p:cNvSpPr>
                  <a:spLocks noChangeArrowheads="1"/>
                </p:cNvSpPr>
                <p:nvPr/>
              </p:nvSpPr>
              <p:spPr bwMode="auto">
                <a:xfrm>
                  <a:off x="2447"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218" name="Rectangle 133">
                  <a:extLst>
                    <a:ext uri="{FF2B5EF4-FFF2-40B4-BE49-F238E27FC236}">
                      <a16:creationId xmlns:a16="http://schemas.microsoft.com/office/drawing/2014/main" id="{7DF0FAAB-249B-1F88-171D-D6F1488208C6}"/>
                    </a:ext>
                  </a:extLst>
                </p:cNvPr>
                <p:cNvSpPr>
                  <a:spLocks noChangeArrowheads="1"/>
                </p:cNvSpPr>
                <p:nvPr/>
              </p:nvSpPr>
              <p:spPr bwMode="auto">
                <a:xfrm>
                  <a:off x="2345" y="2019"/>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19" name="Rectangle 134">
                  <a:extLst>
                    <a:ext uri="{FF2B5EF4-FFF2-40B4-BE49-F238E27FC236}">
                      <a16:creationId xmlns:a16="http://schemas.microsoft.com/office/drawing/2014/main" id="{3D644005-53A0-BAF8-6ED2-0D7F0DA71C34}"/>
                    </a:ext>
                  </a:extLst>
                </p:cNvPr>
                <p:cNvSpPr>
                  <a:spLocks noChangeArrowheads="1"/>
                </p:cNvSpPr>
                <p:nvPr/>
              </p:nvSpPr>
              <p:spPr bwMode="auto">
                <a:xfrm>
                  <a:off x="2447"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220" name="Rectangle 135">
                  <a:extLst>
                    <a:ext uri="{FF2B5EF4-FFF2-40B4-BE49-F238E27FC236}">
                      <a16:creationId xmlns:a16="http://schemas.microsoft.com/office/drawing/2014/main" id="{D5F1F920-DF15-340E-7C26-EE60EA64E0C6}"/>
                    </a:ext>
                  </a:extLst>
                </p:cNvPr>
                <p:cNvSpPr>
                  <a:spLocks noChangeArrowheads="1"/>
                </p:cNvSpPr>
                <p:nvPr/>
              </p:nvSpPr>
              <p:spPr bwMode="auto">
                <a:xfrm>
                  <a:off x="2345" y="2128"/>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1" name="Rectangle 136">
                  <a:extLst>
                    <a:ext uri="{FF2B5EF4-FFF2-40B4-BE49-F238E27FC236}">
                      <a16:creationId xmlns:a16="http://schemas.microsoft.com/office/drawing/2014/main" id="{87438265-18FA-E6E0-5470-D2746572F464}"/>
                    </a:ext>
                  </a:extLst>
                </p:cNvPr>
                <p:cNvSpPr>
                  <a:spLocks noChangeArrowheads="1"/>
                </p:cNvSpPr>
                <p:nvPr/>
              </p:nvSpPr>
              <p:spPr bwMode="auto">
                <a:xfrm>
                  <a:off x="2345" y="1693"/>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2" name="Rectangle 137">
                  <a:extLst>
                    <a:ext uri="{FF2B5EF4-FFF2-40B4-BE49-F238E27FC236}">
                      <a16:creationId xmlns:a16="http://schemas.microsoft.com/office/drawing/2014/main" id="{FD00A80F-E155-7A3B-FFC0-07959CD43653}"/>
                    </a:ext>
                  </a:extLst>
                </p:cNvPr>
                <p:cNvSpPr>
                  <a:spLocks noChangeArrowheads="1"/>
                </p:cNvSpPr>
                <p:nvPr/>
              </p:nvSpPr>
              <p:spPr bwMode="auto">
                <a:xfrm>
                  <a:off x="2447"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223" name="Rectangle 138">
                  <a:extLst>
                    <a:ext uri="{FF2B5EF4-FFF2-40B4-BE49-F238E27FC236}">
                      <a16:creationId xmlns:a16="http://schemas.microsoft.com/office/drawing/2014/main" id="{51338881-1A88-7A7D-AE34-AAAD04F173EA}"/>
                    </a:ext>
                  </a:extLst>
                </p:cNvPr>
                <p:cNvSpPr>
                  <a:spLocks noChangeArrowheads="1"/>
                </p:cNvSpPr>
                <p:nvPr/>
              </p:nvSpPr>
              <p:spPr bwMode="auto">
                <a:xfrm>
                  <a:off x="2345" y="1802"/>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4" name="Rectangle 139">
                  <a:extLst>
                    <a:ext uri="{FF2B5EF4-FFF2-40B4-BE49-F238E27FC236}">
                      <a16:creationId xmlns:a16="http://schemas.microsoft.com/office/drawing/2014/main" id="{2D91AD62-2AEA-2CAA-1E54-A7078F9244E5}"/>
                    </a:ext>
                  </a:extLst>
                </p:cNvPr>
                <p:cNvSpPr>
                  <a:spLocks noChangeArrowheads="1"/>
                </p:cNvSpPr>
                <p:nvPr/>
              </p:nvSpPr>
              <p:spPr bwMode="auto">
                <a:xfrm>
                  <a:off x="2345" y="158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5" name="Rectangle 140">
                  <a:extLst>
                    <a:ext uri="{FF2B5EF4-FFF2-40B4-BE49-F238E27FC236}">
                      <a16:creationId xmlns:a16="http://schemas.microsoft.com/office/drawing/2014/main" id="{0D0CDCDA-8AB7-30FE-F755-CFF87FFD628A}"/>
                    </a:ext>
                  </a:extLst>
                </p:cNvPr>
                <p:cNvSpPr>
                  <a:spLocks noChangeArrowheads="1"/>
                </p:cNvSpPr>
                <p:nvPr/>
              </p:nvSpPr>
              <p:spPr bwMode="auto">
                <a:xfrm>
                  <a:off x="2447"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226" name="Rectangle 141">
                  <a:extLst>
                    <a:ext uri="{FF2B5EF4-FFF2-40B4-BE49-F238E27FC236}">
                      <a16:creationId xmlns:a16="http://schemas.microsoft.com/office/drawing/2014/main" id="{9D574B29-D63A-2746-E288-708B4E1B7D65}"/>
                    </a:ext>
                  </a:extLst>
                </p:cNvPr>
                <p:cNvSpPr>
                  <a:spLocks noChangeArrowheads="1"/>
                </p:cNvSpPr>
                <p:nvPr/>
              </p:nvSpPr>
              <p:spPr bwMode="auto">
                <a:xfrm>
                  <a:off x="2345" y="1475"/>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7" name="Rectangle 142">
                  <a:extLst>
                    <a:ext uri="{FF2B5EF4-FFF2-40B4-BE49-F238E27FC236}">
                      <a16:creationId xmlns:a16="http://schemas.microsoft.com/office/drawing/2014/main" id="{31F68947-383D-1813-99EB-BBD04B79296E}"/>
                    </a:ext>
                  </a:extLst>
                </p:cNvPr>
                <p:cNvSpPr>
                  <a:spLocks noChangeArrowheads="1"/>
                </p:cNvSpPr>
                <p:nvPr/>
              </p:nvSpPr>
              <p:spPr bwMode="auto">
                <a:xfrm>
                  <a:off x="2447"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228" name="Rectangle 143">
                  <a:extLst>
                    <a:ext uri="{FF2B5EF4-FFF2-40B4-BE49-F238E27FC236}">
                      <a16:creationId xmlns:a16="http://schemas.microsoft.com/office/drawing/2014/main" id="{C36A5C39-4ABB-59CD-BF9F-E3057AA5AF79}"/>
                    </a:ext>
                  </a:extLst>
                </p:cNvPr>
                <p:cNvSpPr>
                  <a:spLocks noChangeArrowheads="1"/>
                </p:cNvSpPr>
                <p:nvPr/>
              </p:nvSpPr>
              <p:spPr bwMode="auto">
                <a:xfrm>
                  <a:off x="2447"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229" name="Rectangle 144">
                  <a:extLst>
                    <a:ext uri="{FF2B5EF4-FFF2-40B4-BE49-F238E27FC236}">
                      <a16:creationId xmlns:a16="http://schemas.microsoft.com/office/drawing/2014/main" id="{DFD6F865-35DD-1124-69C3-572806A5D66F}"/>
                    </a:ext>
                  </a:extLst>
                </p:cNvPr>
                <p:cNvSpPr>
                  <a:spLocks noChangeArrowheads="1"/>
                </p:cNvSpPr>
                <p:nvPr/>
              </p:nvSpPr>
              <p:spPr bwMode="auto">
                <a:xfrm>
                  <a:off x="2447"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grpSp>
          <p:nvGrpSpPr>
            <p:cNvPr id="62" name="Group 174">
              <a:extLst>
                <a:ext uri="{FF2B5EF4-FFF2-40B4-BE49-F238E27FC236}">
                  <a16:creationId xmlns:a16="http://schemas.microsoft.com/office/drawing/2014/main" id="{1F4A0596-1162-CB2D-9D54-1889D395FE9B}"/>
                </a:ext>
              </a:extLst>
            </p:cNvPr>
            <p:cNvGrpSpPr>
              <a:grpSpLocks/>
            </p:cNvGrpSpPr>
            <p:nvPr/>
          </p:nvGrpSpPr>
          <p:grpSpPr bwMode="auto">
            <a:xfrm>
              <a:off x="2889" y="1464"/>
              <a:ext cx="374" cy="1440"/>
              <a:chOff x="2889" y="1464"/>
              <a:chExt cx="374" cy="1440"/>
            </a:xfrm>
          </p:grpSpPr>
          <p:sp>
            <p:nvSpPr>
              <p:cNvPr id="176" name="Rectangle 147">
                <a:extLst>
                  <a:ext uri="{FF2B5EF4-FFF2-40B4-BE49-F238E27FC236}">
                    <a16:creationId xmlns:a16="http://schemas.microsoft.com/office/drawing/2014/main" id="{5B549CFC-9F24-068D-B4E8-91017931218A}"/>
                  </a:ext>
                </a:extLst>
              </p:cNvPr>
              <p:cNvSpPr>
                <a:spLocks noChangeArrowheads="1"/>
              </p:cNvSpPr>
              <p:nvPr/>
            </p:nvSpPr>
            <p:spPr bwMode="auto">
              <a:xfrm>
                <a:off x="2889" y="2782"/>
                <a:ext cx="374"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77" name="Rectangle 148">
                <a:extLst>
                  <a:ext uri="{FF2B5EF4-FFF2-40B4-BE49-F238E27FC236}">
                    <a16:creationId xmlns:a16="http://schemas.microsoft.com/office/drawing/2014/main" id="{B120935D-4415-8170-83D9-CEA2F36D507C}"/>
                  </a:ext>
                </a:extLst>
              </p:cNvPr>
              <p:cNvSpPr>
                <a:spLocks noChangeArrowheads="1"/>
              </p:cNvSpPr>
              <p:nvPr/>
            </p:nvSpPr>
            <p:spPr bwMode="auto">
              <a:xfrm>
                <a:off x="2889" y="2673"/>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78" name="Rectangle 149">
                <a:extLst>
                  <a:ext uri="{FF2B5EF4-FFF2-40B4-BE49-F238E27FC236}">
                    <a16:creationId xmlns:a16="http://schemas.microsoft.com/office/drawing/2014/main" id="{16D667E5-16CC-DBF3-9702-CD76CB99D4F4}"/>
                  </a:ext>
                </a:extLst>
              </p:cNvPr>
              <p:cNvSpPr>
                <a:spLocks noChangeArrowheads="1"/>
              </p:cNvSpPr>
              <p:nvPr/>
            </p:nvSpPr>
            <p:spPr bwMode="auto">
              <a:xfrm>
                <a:off x="2973" y="2769"/>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179" name="Rectangle 150">
                <a:extLst>
                  <a:ext uri="{FF2B5EF4-FFF2-40B4-BE49-F238E27FC236}">
                    <a16:creationId xmlns:a16="http://schemas.microsoft.com/office/drawing/2014/main" id="{9B91F23C-AEA7-24C5-A388-67B27742D6D3}"/>
                  </a:ext>
                </a:extLst>
              </p:cNvPr>
              <p:cNvSpPr>
                <a:spLocks noChangeArrowheads="1"/>
              </p:cNvSpPr>
              <p:nvPr/>
            </p:nvSpPr>
            <p:spPr bwMode="auto">
              <a:xfrm>
                <a:off x="2889" y="256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80" name="Rectangle 151">
                <a:extLst>
                  <a:ext uri="{FF2B5EF4-FFF2-40B4-BE49-F238E27FC236}">
                    <a16:creationId xmlns:a16="http://schemas.microsoft.com/office/drawing/2014/main" id="{186718C2-F396-E40F-41D6-45F3139F3580}"/>
                  </a:ext>
                </a:extLst>
              </p:cNvPr>
              <p:cNvSpPr>
                <a:spLocks noChangeArrowheads="1"/>
              </p:cNvSpPr>
              <p:nvPr/>
            </p:nvSpPr>
            <p:spPr bwMode="auto">
              <a:xfrm>
                <a:off x="2973" y="255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181" name="Rectangle 152">
                <a:extLst>
                  <a:ext uri="{FF2B5EF4-FFF2-40B4-BE49-F238E27FC236}">
                    <a16:creationId xmlns:a16="http://schemas.microsoft.com/office/drawing/2014/main" id="{A95A3E9B-F6EC-DD74-0585-3CD5487A9A05}"/>
                  </a:ext>
                </a:extLst>
              </p:cNvPr>
              <p:cNvSpPr>
                <a:spLocks noChangeArrowheads="1"/>
              </p:cNvSpPr>
              <p:nvPr/>
            </p:nvSpPr>
            <p:spPr bwMode="auto">
              <a:xfrm>
                <a:off x="2889" y="2455"/>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82" name="Rectangle 153">
                <a:extLst>
                  <a:ext uri="{FF2B5EF4-FFF2-40B4-BE49-F238E27FC236}">
                    <a16:creationId xmlns:a16="http://schemas.microsoft.com/office/drawing/2014/main" id="{16945E31-DF9F-B02C-84D8-47B6C4493C6D}"/>
                  </a:ext>
                </a:extLst>
              </p:cNvPr>
              <p:cNvSpPr>
                <a:spLocks noChangeArrowheads="1"/>
              </p:cNvSpPr>
              <p:nvPr/>
            </p:nvSpPr>
            <p:spPr bwMode="auto">
              <a:xfrm>
                <a:off x="2973" y="266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183" name="Rectangle 154">
                <a:extLst>
                  <a:ext uri="{FF2B5EF4-FFF2-40B4-BE49-F238E27FC236}">
                    <a16:creationId xmlns:a16="http://schemas.microsoft.com/office/drawing/2014/main" id="{F1C80ABE-6B3A-0F50-F3DF-F401083C2E1E}"/>
                  </a:ext>
                </a:extLst>
              </p:cNvPr>
              <p:cNvSpPr>
                <a:spLocks noChangeArrowheads="1"/>
              </p:cNvSpPr>
              <p:nvPr/>
            </p:nvSpPr>
            <p:spPr bwMode="auto">
              <a:xfrm>
                <a:off x="2889" y="2346"/>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84" name="Rectangle 155">
                <a:extLst>
                  <a:ext uri="{FF2B5EF4-FFF2-40B4-BE49-F238E27FC236}">
                    <a16:creationId xmlns:a16="http://schemas.microsoft.com/office/drawing/2014/main" id="{CBF1F83F-8375-4199-7369-F4C209AE549B}"/>
                  </a:ext>
                </a:extLst>
              </p:cNvPr>
              <p:cNvSpPr>
                <a:spLocks noChangeArrowheads="1"/>
              </p:cNvSpPr>
              <p:nvPr/>
            </p:nvSpPr>
            <p:spPr bwMode="auto">
              <a:xfrm>
                <a:off x="2991" y="244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185" name="Rectangle 156">
                <a:extLst>
                  <a:ext uri="{FF2B5EF4-FFF2-40B4-BE49-F238E27FC236}">
                    <a16:creationId xmlns:a16="http://schemas.microsoft.com/office/drawing/2014/main" id="{FF95773A-A124-5488-6E0A-773C310AC31F}"/>
                  </a:ext>
                </a:extLst>
              </p:cNvPr>
              <p:cNvSpPr>
                <a:spLocks noChangeArrowheads="1"/>
              </p:cNvSpPr>
              <p:nvPr/>
            </p:nvSpPr>
            <p:spPr bwMode="auto">
              <a:xfrm>
                <a:off x="2991" y="233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nvGrpSpPr>
              <p:cNvPr id="186" name="Group 173">
                <a:extLst>
                  <a:ext uri="{FF2B5EF4-FFF2-40B4-BE49-F238E27FC236}">
                    <a16:creationId xmlns:a16="http://schemas.microsoft.com/office/drawing/2014/main" id="{563E2E0C-774C-A523-9F99-D719FA2F4E38}"/>
                  </a:ext>
                </a:extLst>
              </p:cNvPr>
              <p:cNvGrpSpPr>
                <a:grpSpLocks/>
              </p:cNvGrpSpPr>
              <p:nvPr/>
            </p:nvGrpSpPr>
            <p:grpSpPr bwMode="auto">
              <a:xfrm>
                <a:off x="2889" y="1464"/>
                <a:ext cx="374" cy="896"/>
                <a:chOff x="2889" y="1464"/>
                <a:chExt cx="374" cy="896"/>
              </a:xfrm>
            </p:grpSpPr>
            <p:sp>
              <p:nvSpPr>
                <p:cNvPr id="187" name="Rectangle 157">
                  <a:extLst>
                    <a:ext uri="{FF2B5EF4-FFF2-40B4-BE49-F238E27FC236}">
                      <a16:creationId xmlns:a16="http://schemas.microsoft.com/office/drawing/2014/main" id="{8797358F-95B9-9324-F39C-866AF3834064}"/>
                    </a:ext>
                  </a:extLst>
                </p:cNvPr>
                <p:cNvSpPr>
                  <a:spLocks noChangeArrowheads="1"/>
                </p:cNvSpPr>
                <p:nvPr/>
              </p:nvSpPr>
              <p:spPr bwMode="auto">
                <a:xfrm>
                  <a:off x="2889" y="2237"/>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88" name="Rectangle 158">
                  <a:extLst>
                    <a:ext uri="{FF2B5EF4-FFF2-40B4-BE49-F238E27FC236}">
                      <a16:creationId xmlns:a16="http://schemas.microsoft.com/office/drawing/2014/main" id="{96584ED3-CDF8-9D1E-D1EE-D25D46DF710F}"/>
                    </a:ext>
                  </a:extLst>
                </p:cNvPr>
                <p:cNvSpPr>
                  <a:spLocks noChangeArrowheads="1"/>
                </p:cNvSpPr>
                <p:nvPr/>
              </p:nvSpPr>
              <p:spPr bwMode="auto">
                <a:xfrm>
                  <a:off x="2889" y="1911"/>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89" name="Rectangle 159">
                  <a:extLst>
                    <a:ext uri="{FF2B5EF4-FFF2-40B4-BE49-F238E27FC236}">
                      <a16:creationId xmlns:a16="http://schemas.microsoft.com/office/drawing/2014/main" id="{0D016401-97C6-638F-AD8A-4E11C6553E68}"/>
                    </a:ext>
                  </a:extLst>
                </p:cNvPr>
                <p:cNvSpPr>
                  <a:spLocks noChangeArrowheads="1"/>
                </p:cNvSpPr>
                <p:nvPr/>
              </p:nvSpPr>
              <p:spPr bwMode="auto">
                <a:xfrm>
                  <a:off x="2991"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190" name="Rectangle 160">
                  <a:extLst>
                    <a:ext uri="{FF2B5EF4-FFF2-40B4-BE49-F238E27FC236}">
                      <a16:creationId xmlns:a16="http://schemas.microsoft.com/office/drawing/2014/main" id="{C92E1483-8CCE-9FB5-88C9-7D7E2A7F52F9}"/>
                    </a:ext>
                  </a:extLst>
                </p:cNvPr>
                <p:cNvSpPr>
                  <a:spLocks noChangeArrowheads="1"/>
                </p:cNvSpPr>
                <p:nvPr/>
              </p:nvSpPr>
              <p:spPr bwMode="auto">
                <a:xfrm>
                  <a:off x="2991"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191" name="Rectangle 161">
                  <a:extLst>
                    <a:ext uri="{FF2B5EF4-FFF2-40B4-BE49-F238E27FC236}">
                      <a16:creationId xmlns:a16="http://schemas.microsoft.com/office/drawing/2014/main" id="{CC882887-3457-ACF8-4C56-F018E7433051}"/>
                    </a:ext>
                  </a:extLst>
                </p:cNvPr>
                <p:cNvSpPr>
                  <a:spLocks noChangeArrowheads="1"/>
                </p:cNvSpPr>
                <p:nvPr/>
              </p:nvSpPr>
              <p:spPr bwMode="auto">
                <a:xfrm>
                  <a:off x="2889" y="2019"/>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92" name="Rectangle 162">
                  <a:extLst>
                    <a:ext uri="{FF2B5EF4-FFF2-40B4-BE49-F238E27FC236}">
                      <a16:creationId xmlns:a16="http://schemas.microsoft.com/office/drawing/2014/main" id="{019B8F65-6FD4-68A0-9D80-D0EBD8B8EEB6}"/>
                    </a:ext>
                  </a:extLst>
                </p:cNvPr>
                <p:cNvSpPr>
                  <a:spLocks noChangeArrowheads="1"/>
                </p:cNvSpPr>
                <p:nvPr/>
              </p:nvSpPr>
              <p:spPr bwMode="auto">
                <a:xfrm>
                  <a:off x="2991"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193" name="Rectangle 163">
                  <a:extLst>
                    <a:ext uri="{FF2B5EF4-FFF2-40B4-BE49-F238E27FC236}">
                      <a16:creationId xmlns:a16="http://schemas.microsoft.com/office/drawing/2014/main" id="{7AC48323-FED8-5E9F-0637-72DE06C1BA83}"/>
                    </a:ext>
                  </a:extLst>
                </p:cNvPr>
                <p:cNvSpPr>
                  <a:spLocks noChangeArrowheads="1"/>
                </p:cNvSpPr>
                <p:nvPr/>
              </p:nvSpPr>
              <p:spPr bwMode="auto">
                <a:xfrm>
                  <a:off x="2889" y="2128"/>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94" name="Rectangle 164">
                  <a:extLst>
                    <a:ext uri="{FF2B5EF4-FFF2-40B4-BE49-F238E27FC236}">
                      <a16:creationId xmlns:a16="http://schemas.microsoft.com/office/drawing/2014/main" id="{754F8030-C989-1E86-3B6F-2DB08B218FE0}"/>
                    </a:ext>
                  </a:extLst>
                </p:cNvPr>
                <p:cNvSpPr>
                  <a:spLocks noChangeArrowheads="1"/>
                </p:cNvSpPr>
                <p:nvPr/>
              </p:nvSpPr>
              <p:spPr bwMode="auto">
                <a:xfrm>
                  <a:off x="2889" y="1693"/>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95" name="Rectangle 165">
                  <a:extLst>
                    <a:ext uri="{FF2B5EF4-FFF2-40B4-BE49-F238E27FC236}">
                      <a16:creationId xmlns:a16="http://schemas.microsoft.com/office/drawing/2014/main" id="{195E4461-413B-B116-C0AD-4ED4AD00441B}"/>
                    </a:ext>
                  </a:extLst>
                </p:cNvPr>
                <p:cNvSpPr>
                  <a:spLocks noChangeArrowheads="1"/>
                </p:cNvSpPr>
                <p:nvPr/>
              </p:nvSpPr>
              <p:spPr bwMode="auto">
                <a:xfrm>
                  <a:off x="2991"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196" name="Rectangle 166">
                  <a:extLst>
                    <a:ext uri="{FF2B5EF4-FFF2-40B4-BE49-F238E27FC236}">
                      <a16:creationId xmlns:a16="http://schemas.microsoft.com/office/drawing/2014/main" id="{DC2AED09-A7B0-F63F-7937-8DDF52FF5202}"/>
                    </a:ext>
                  </a:extLst>
                </p:cNvPr>
                <p:cNvSpPr>
                  <a:spLocks noChangeArrowheads="1"/>
                </p:cNvSpPr>
                <p:nvPr/>
              </p:nvSpPr>
              <p:spPr bwMode="auto">
                <a:xfrm>
                  <a:off x="2889" y="1802"/>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97" name="Rectangle 167">
                  <a:extLst>
                    <a:ext uri="{FF2B5EF4-FFF2-40B4-BE49-F238E27FC236}">
                      <a16:creationId xmlns:a16="http://schemas.microsoft.com/office/drawing/2014/main" id="{7D979A81-7202-89AD-20AC-8B4157B451FE}"/>
                    </a:ext>
                  </a:extLst>
                </p:cNvPr>
                <p:cNvSpPr>
                  <a:spLocks noChangeArrowheads="1"/>
                </p:cNvSpPr>
                <p:nvPr/>
              </p:nvSpPr>
              <p:spPr bwMode="auto">
                <a:xfrm>
                  <a:off x="2889" y="158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98" name="Rectangle 168">
                  <a:extLst>
                    <a:ext uri="{FF2B5EF4-FFF2-40B4-BE49-F238E27FC236}">
                      <a16:creationId xmlns:a16="http://schemas.microsoft.com/office/drawing/2014/main" id="{18D3076D-6FB1-F6B7-487C-CF34E14A53A0}"/>
                    </a:ext>
                  </a:extLst>
                </p:cNvPr>
                <p:cNvSpPr>
                  <a:spLocks noChangeArrowheads="1"/>
                </p:cNvSpPr>
                <p:nvPr/>
              </p:nvSpPr>
              <p:spPr bwMode="auto">
                <a:xfrm>
                  <a:off x="2991"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199" name="Rectangle 169">
                  <a:extLst>
                    <a:ext uri="{FF2B5EF4-FFF2-40B4-BE49-F238E27FC236}">
                      <a16:creationId xmlns:a16="http://schemas.microsoft.com/office/drawing/2014/main" id="{622D725E-EA24-BEBA-6C73-D3326B8220AC}"/>
                    </a:ext>
                  </a:extLst>
                </p:cNvPr>
                <p:cNvSpPr>
                  <a:spLocks noChangeArrowheads="1"/>
                </p:cNvSpPr>
                <p:nvPr/>
              </p:nvSpPr>
              <p:spPr bwMode="auto">
                <a:xfrm>
                  <a:off x="2889" y="1475"/>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00" name="Rectangle 170">
                  <a:extLst>
                    <a:ext uri="{FF2B5EF4-FFF2-40B4-BE49-F238E27FC236}">
                      <a16:creationId xmlns:a16="http://schemas.microsoft.com/office/drawing/2014/main" id="{F8B834A1-DCDC-23F1-7614-E155D3F12C12}"/>
                    </a:ext>
                  </a:extLst>
                </p:cNvPr>
                <p:cNvSpPr>
                  <a:spLocks noChangeArrowheads="1"/>
                </p:cNvSpPr>
                <p:nvPr/>
              </p:nvSpPr>
              <p:spPr bwMode="auto">
                <a:xfrm>
                  <a:off x="2991"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201" name="Rectangle 171">
                  <a:extLst>
                    <a:ext uri="{FF2B5EF4-FFF2-40B4-BE49-F238E27FC236}">
                      <a16:creationId xmlns:a16="http://schemas.microsoft.com/office/drawing/2014/main" id="{C9A798CB-10F7-70F6-BA88-DB62515549C1}"/>
                    </a:ext>
                  </a:extLst>
                </p:cNvPr>
                <p:cNvSpPr>
                  <a:spLocks noChangeArrowheads="1"/>
                </p:cNvSpPr>
                <p:nvPr/>
              </p:nvSpPr>
              <p:spPr bwMode="auto">
                <a:xfrm>
                  <a:off x="2991"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202" name="Rectangle 172">
                  <a:extLst>
                    <a:ext uri="{FF2B5EF4-FFF2-40B4-BE49-F238E27FC236}">
                      <a16:creationId xmlns:a16="http://schemas.microsoft.com/office/drawing/2014/main" id="{4CDCBC48-4717-685F-C47B-15016427EA86}"/>
                    </a:ext>
                  </a:extLst>
                </p:cNvPr>
                <p:cNvSpPr>
                  <a:spLocks noChangeArrowheads="1"/>
                </p:cNvSpPr>
                <p:nvPr/>
              </p:nvSpPr>
              <p:spPr bwMode="auto">
                <a:xfrm>
                  <a:off x="2991"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grpSp>
          <p:nvGrpSpPr>
            <p:cNvPr id="63" name="Group 202">
              <a:extLst>
                <a:ext uri="{FF2B5EF4-FFF2-40B4-BE49-F238E27FC236}">
                  <a16:creationId xmlns:a16="http://schemas.microsoft.com/office/drawing/2014/main" id="{46D9478C-DC03-8F6F-E037-84EDB983A5FC}"/>
                </a:ext>
              </a:extLst>
            </p:cNvPr>
            <p:cNvGrpSpPr>
              <a:grpSpLocks/>
            </p:cNvGrpSpPr>
            <p:nvPr/>
          </p:nvGrpSpPr>
          <p:grpSpPr bwMode="auto">
            <a:xfrm>
              <a:off x="3434" y="1464"/>
              <a:ext cx="373" cy="1440"/>
              <a:chOff x="3434" y="1464"/>
              <a:chExt cx="373" cy="1440"/>
            </a:xfrm>
          </p:grpSpPr>
          <p:sp>
            <p:nvSpPr>
              <p:cNvPr id="149" name="Rectangle 175">
                <a:extLst>
                  <a:ext uri="{FF2B5EF4-FFF2-40B4-BE49-F238E27FC236}">
                    <a16:creationId xmlns:a16="http://schemas.microsoft.com/office/drawing/2014/main" id="{4EC2C750-D143-D868-9219-1EA2C426E50A}"/>
                  </a:ext>
                </a:extLst>
              </p:cNvPr>
              <p:cNvSpPr>
                <a:spLocks noChangeArrowheads="1"/>
              </p:cNvSpPr>
              <p:nvPr/>
            </p:nvSpPr>
            <p:spPr bwMode="auto">
              <a:xfrm>
                <a:off x="3434" y="2782"/>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50" name="Rectangle 176">
                <a:extLst>
                  <a:ext uri="{FF2B5EF4-FFF2-40B4-BE49-F238E27FC236}">
                    <a16:creationId xmlns:a16="http://schemas.microsoft.com/office/drawing/2014/main" id="{4795B82A-263F-980E-8B2B-1E603EDB6C04}"/>
                  </a:ext>
                </a:extLst>
              </p:cNvPr>
              <p:cNvSpPr>
                <a:spLocks noChangeArrowheads="1"/>
              </p:cNvSpPr>
              <p:nvPr/>
            </p:nvSpPr>
            <p:spPr bwMode="auto">
              <a:xfrm>
                <a:off x="3434" y="267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51" name="Rectangle 177">
                <a:extLst>
                  <a:ext uri="{FF2B5EF4-FFF2-40B4-BE49-F238E27FC236}">
                    <a16:creationId xmlns:a16="http://schemas.microsoft.com/office/drawing/2014/main" id="{BEB19EB7-3865-A221-8ED7-E4011A6DC9CF}"/>
                  </a:ext>
                </a:extLst>
              </p:cNvPr>
              <p:cNvSpPr>
                <a:spLocks noChangeArrowheads="1"/>
              </p:cNvSpPr>
              <p:nvPr/>
            </p:nvSpPr>
            <p:spPr bwMode="auto">
              <a:xfrm>
                <a:off x="3518" y="2769"/>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152" name="Rectangle 178">
                <a:extLst>
                  <a:ext uri="{FF2B5EF4-FFF2-40B4-BE49-F238E27FC236}">
                    <a16:creationId xmlns:a16="http://schemas.microsoft.com/office/drawing/2014/main" id="{C2D8E6AF-6B2D-258E-01BF-79D274E24474}"/>
                  </a:ext>
                </a:extLst>
              </p:cNvPr>
              <p:cNvSpPr>
                <a:spLocks noChangeArrowheads="1"/>
              </p:cNvSpPr>
              <p:nvPr/>
            </p:nvSpPr>
            <p:spPr bwMode="auto">
              <a:xfrm>
                <a:off x="3434" y="256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53" name="Rectangle 179">
                <a:extLst>
                  <a:ext uri="{FF2B5EF4-FFF2-40B4-BE49-F238E27FC236}">
                    <a16:creationId xmlns:a16="http://schemas.microsoft.com/office/drawing/2014/main" id="{6C43C037-EF02-DDFF-1B88-BC2DD2114165}"/>
                  </a:ext>
                </a:extLst>
              </p:cNvPr>
              <p:cNvSpPr>
                <a:spLocks noChangeArrowheads="1"/>
              </p:cNvSpPr>
              <p:nvPr/>
            </p:nvSpPr>
            <p:spPr bwMode="auto">
              <a:xfrm>
                <a:off x="3518" y="255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154" name="Rectangle 180">
                <a:extLst>
                  <a:ext uri="{FF2B5EF4-FFF2-40B4-BE49-F238E27FC236}">
                    <a16:creationId xmlns:a16="http://schemas.microsoft.com/office/drawing/2014/main" id="{414332BA-471C-699C-A91F-ED587E032200}"/>
                  </a:ext>
                </a:extLst>
              </p:cNvPr>
              <p:cNvSpPr>
                <a:spLocks noChangeArrowheads="1"/>
              </p:cNvSpPr>
              <p:nvPr/>
            </p:nvSpPr>
            <p:spPr bwMode="auto">
              <a:xfrm>
                <a:off x="3434" y="245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55" name="Rectangle 181">
                <a:extLst>
                  <a:ext uri="{FF2B5EF4-FFF2-40B4-BE49-F238E27FC236}">
                    <a16:creationId xmlns:a16="http://schemas.microsoft.com/office/drawing/2014/main" id="{BE10B2EE-A294-EF85-4F04-47B331810D22}"/>
                  </a:ext>
                </a:extLst>
              </p:cNvPr>
              <p:cNvSpPr>
                <a:spLocks noChangeArrowheads="1"/>
              </p:cNvSpPr>
              <p:nvPr/>
            </p:nvSpPr>
            <p:spPr bwMode="auto">
              <a:xfrm>
                <a:off x="3518" y="266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156" name="Rectangle 182">
                <a:extLst>
                  <a:ext uri="{FF2B5EF4-FFF2-40B4-BE49-F238E27FC236}">
                    <a16:creationId xmlns:a16="http://schemas.microsoft.com/office/drawing/2014/main" id="{9EB7F5EA-BB27-C4B7-3019-ADE0619CCA70}"/>
                  </a:ext>
                </a:extLst>
              </p:cNvPr>
              <p:cNvSpPr>
                <a:spLocks noChangeArrowheads="1"/>
              </p:cNvSpPr>
              <p:nvPr/>
            </p:nvSpPr>
            <p:spPr bwMode="auto">
              <a:xfrm>
                <a:off x="3434" y="2346"/>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57" name="Rectangle 183">
                <a:extLst>
                  <a:ext uri="{FF2B5EF4-FFF2-40B4-BE49-F238E27FC236}">
                    <a16:creationId xmlns:a16="http://schemas.microsoft.com/office/drawing/2014/main" id="{5F17C82C-3FDB-67B1-D009-0C218BC1DFBD}"/>
                  </a:ext>
                </a:extLst>
              </p:cNvPr>
              <p:cNvSpPr>
                <a:spLocks noChangeArrowheads="1"/>
              </p:cNvSpPr>
              <p:nvPr/>
            </p:nvSpPr>
            <p:spPr bwMode="auto">
              <a:xfrm>
                <a:off x="3536" y="244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158" name="Rectangle 184">
                <a:extLst>
                  <a:ext uri="{FF2B5EF4-FFF2-40B4-BE49-F238E27FC236}">
                    <a16:creationId xmlns:a16="http://schemas.microsoft.com/office/drawing/2014/main" id="{1C559A17-81C0-0C0B-1878-610A57C7A0AF}"/>
                  </a:ext>
                </a:extLst>
              </p:cNvPr>
              <p:cNvSpPr>
                <a:spLocks noChangeArrowheads="1"/>
              </p:cNvSpPr>
              <p:nvPr/>
            </p:nvSpPr>
            <p:spPr bwMode="auto">
              <a:xfrm>
                <a:off x="3536" y="233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nvGrpSpPr>
              <p:cNvPr id="159" name="Group 201">
                <a:extLst>
                  <a:ext uri="{FF2B5EF4-FFF2-40B4-BE49-F238E27FC236}">
                    <a16:creationId xmlns:a16="http://schemas.microsoft.com/office/drawing/2014/main" id="{8B6B56C6-9B8B-E80E-50C6-1D564A1CD9D3}"/>
                  </a:ext>
                </a:extLst>
              </p:cNvPr>
              <p:cNvGrpSpPr>
                <a:grpSpLocks/>
              </p:cNvGrpSpPr>
              <p:nvPr/>
            </p:nvGrpSpPr>
            <p:grpSpPr bwMode="auto">
              <a:xfrm>
                <a:off x="3434" y="1464"/>
                <a:ext cx="373" cy="896"/>
                <a:chOff x="3434" y="1464"/>
                <a:chExt cx="373" cy="896"/>
              </a:xfrm>
            </p:grpSpPr>
            <p:sp>
              <p:nvSpPr>
                <p:cNvPr id="160" name="Rectangle 185">
                  <a:extLst>
                    <a:ext uri="{FF2B5EF4-FFF2-40B4-BE49-F238E27FC236}">
                      <a16:creationId xmlns:a16="http://schemas.microsoft.com/office/drawing/2014/main" id="{D30A3943-626A-19C0-EB0D-B4C39F43CC3C}"/>
                    </a:ext>
                  </a:extLst>
                </p:cNvPr>
                <p:cNvSpPr>
                  <a:spLocks noChangeArrowheads="1"/>
                </p:cNvSpPr>
                <p:nvPr/>
              </p:nvSpPr>
              <p:spPr bwMode="auto">
                <a:xfrm>
                  <a:off x="3434" y="2237"/>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61" name="Rectangle 186">
                  <a:extLst>
                    <a:ext uri="{FF2B5EF4-FFF2-40B4-BE49-F238E27FC236}">
                      <a16:creationId xmlns:a16="http://schemas.microsoft.com/office/drawing/2014/main" id="{E69BE2A2-D4B2-9471-E189-C50B164F5561}"/>
                    </a:ext>
                  </a:extLst>
                </p:cNvPr>
                <p:cNvSpPr>
                  <a:spLocks noChangeArrowheads="1"/>
                </p:cNvSpPr>
                <p:nvPr/>
              </p:nvSpPr>
              <p:spPr bwMode="auto">
                <a:xfrm>
                  <a:off x="3434" y="1911"/>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62" name="Rectangle 187">
                  <a:extLst>
                    <a:ext uri="{FF2B5EF4-FFF2-40B4-BE49-F238E27FC236}">
                      <a16:creationId xmlns:a16="http://schemas.microsoft.com/office/drawing/2014/main" id="{0DE0305A-9E9D-6600-F886-B54F96D62445}"/>
                    </a:ext>
                  </a:extLst>
                </p:cNvPr>
                <p:cNvSpPr>
                  <a:spLocks noChangeArrowheads="1"/>
                </p:cNvSpPr>
                <p:nvPr/>
              </p:nvSpPr>
              <p:spPr bwMode="auto">
                <a:xfrm>
                  <a:off x="3536"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163" name="Rectangle 188">
                  <a:extLst>
                    <a:ext uri="{FF2B5EF4-FFF2-40B4-BE49-F238E27FC236}">
                      <a16:creationId xmlns:a16="http://schemas.microsoft.com/office/drawing/2014/main" id="{603F8BA0-28CB-ED43-AC9A-BBA495FD6EBA}"/>
                    </a:ext>
                  </a:extLst>
                </p:cNvPr>
                <p:cNvSpPr>
                  <a:spLocks noChangeArrowheads="1"/>
                </p:cNvSpPr>
                <p:nvPr/>
              </p:nvSpPr>
              <p:spPr bwMode="auto">
                <a:xfrm>
                  <a:off x="3536"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164" name="Rectangle 189">
                  <a:extLst>
                    <a:ext uri="{FF2B5EF4-FFF2-40B4-BE49-F238E27FC236}">
                      <a16:creationId xmlns:a16="http://schemas.microsoft.com/office/drawing/2014/main" id="{A84AC6D1-4902-645E-943E-AEC7BB71D9BD}"/>
                    </a:ext>
                  </a:extLst>
                </p:cNvPr>
                <p:cNvSpPr>
                  <a:spLocks noChangeArrowheads="1"/>
                </p:cNvSpPr>
                <p:nvPr/>
              </p:nvSpPr>
              <p:spPr bwMode="auto">
                <a:xfrm>
                  <a:off x="3434" y="2019"/>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65" name="Rectangle 190">
                  <a:extLst>
                    <a:ext uri="{FF2B5EF4-FFF2-40B4-BE49-F238E27FC236}">
                      <a16:creationId xmlns:a16="http://schemas.microsoft.com/office/drawing/2014/main" id="{14A1B050-CC53-51DF-7539-F1FD11D44AE6}"/>
                    </a:ext>
                  </a:extLst>
                </p:cNvPr>
                <p:cNvSpPr>
                  <a:spLocks noChangeArrowheads="1"/>
                </p:cNvSpPr>
                <p:nvPr/>
              </p:nvSpPr>
              <p:spPr bwMode="auto">
                <a:xfrm>
                  <a:off x="3536"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166" name="Rectangle 191">
                  <a:extLst>
                    <a:ext uri="{FF2B5EF4-FFF2-40B4-BE49-F238E27FC236}">
                      <a16:creationId xmlns:a16="http://schemas.microsoft.com/office/drawing/2014/main" id="{32A00198-DA9E-626C-4D13-4B366314B771}"/>
                    </a:ext>
                  </a:extLst>
                </p:cNvPr>
                <p:cNvSpPr>
                  <a:spLocks noChangeArrowheads="1"/>
                </p:cNvSpPr>
                <p:nvPr/>
              </p:nvSpPr>
              <p:spPr bwMode="auto">
                <a:xfrm>
                  <a:off x="3434" y="212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67" name="Rectangle 192">
                  <a:extLst>
                    <a:ext uri="{FF2B5EF4-FFF2-40B4-BE49-F238E27FC236}">
                      <a16:creationId xmlns:a16="http://schemas.microsoft.com/office/drawing/2014/main" id="{772D0439-5C0E-9132-24F5-F011F10142DE}"/>
                    </a:ext>
                  </a:extLst>
                </p:cNvPr>
                <p:cNvSpPr>
                  <a:spLocks noChangeArrowheads="1"/>
                </p:cNvSpPr>
                <p:nvPr/>
              </p:nvSpPr>
              <p:spPr bwMode="auto">
                <a:xfrm>
                  <a:off x="3434" y="169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68" name="Rectangle 193">
                  <a:extLst>
                    <a:ext uri="{FF2B5EF4-FFF2-40B4-BE49-F238E27FC236}">
                      <a16:creationId xmlns:a16="http://schemas.microsoft.com/office/drawing/2014/main" id="{BE81D530-B591-7F7D-9162-B32C21098B1F}"/>
                    </a:ext>
                  </a:extLst>
                </p:cNvPr>
                <p:cNvSpPr>
                  <a:spLocks noChangeArrowheads="1"/>
                </p:cNvSpPr>
                <p:nvPr/>
              </p:nvSpPr>
              <p:spPr bwMode="auto">
                <a:xfrm>
                  <a:off x="3536"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169" name="Rectangle 194">
                  <a:extLst>
                    <a:ext uri="{FF2B5EF4-FFF2-40B4-BE49-F238E27FC236}">
                      <a16:creationId xmlns:a16="http://schemas.microsoft.com/office/drawing/2014/main" id="{44BB557C-C50E-4C9D-98F6-20061A5B3246}"/>
                    </a:ext>
                  </a:extLst>
                </p:cNvPr>
                <p:cNvSpPr>
                  <a:spLocks noChangeArrowheads="1"/>
                </p:cNvSpPr>
                <p:nvPr/>
              </p:nvSpPr>
              <p:spPr bwMode="auto">
                <a:xfrm>
                  <a:off x="3434" y="1802"/>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70" name="Rectangle 195">
                  <a:extLst>
                    <a:ext uri="{FF2B5EF4-FFF2-40B4-BE49-F238E27FC236}">
                      <a16:creationId xmlns:a16="http://schemas.microsoft.com/office/drawing/2014/main" id="{177B9E44-4466-29E5-537F-34D1929B7B79}"/>
                    </a:ext>
                  </a:extLst>
                </p:cNvPr>
                <p:cNvSpPr>
                  <a:spLocks noChangeArrowheads="1"/>
                </p:cNvSpPr>
                <p:nvPr/>
              </p:nvSpPr>
              <p:spPr bwMode="auto">
                <a:xfrm>
                  <a:off x="3434" y="158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71" name="Rectangle 196">
                  <a:extLst>
                    <a:ext uri="{FF2B5EF4-FFF2-40B4-BE49-F238E27FC236}">
                      <a16:creationId xmlns:a16="http://schemas.microsoft.com/office/drawing/2014/main" id="{967000E6-14C8-DF1C-CE79-CDBAE6606073}"/>
                    </a:ext>
                  </a:extLst>
                </p:cNvPr>
                <p:cNvSpPr>
                  <a:spLocks noChangeArrowheads="1"/>
                </p:cNvSpPr>
                <p:nvPr/>
              </p:nvSpPr>
              <p:spPr bwMode="auto">
                <a:xfrm>
                  <a:off x="3536"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172" name="Rectangle 197">
                  <a:extLst>
                    <a:ext uri="{FF2B5EF4-FFF2-40B4-BE49-F238E27FC236}">
                      <a16:creationId xmlns:a16="http://schemas.microsoft.com/office/drawing/2014/main" id="{096D0280-3854-64D9-E58B-A5508F5D3E5D}"/>
                    </a:ext>
                  </a:extLst>
                </p:cNvPr>
                <p:cNvSpPr>
                  <a:spLocks noChangeArrowheads="1"/>
                </p:cNvSpPr>
                <p:nvPr/>
              </p:nvSpPr>
              <p:spPr bwMode="auto">
                <a:xfrm>
                  <a:off x="3434" y="147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73" name="Rectangle 198">
                  <a:extLst>
                    <a:ext uri="{FF2B5EF4-FFF2-40B4-BE49-F238E27FC236}">
                      <a16:creationId xmlns:a16="http://schemas.microsoft.com/office/drawing/2014/main" id="{561FA2C2-1566-94B3-22F5-EE4C3F509F03}"/>
                    </a:ext>
                  </a:extLst>
                </p:cNvPr>
                <p:cNvSpPr>
                  <a:spLocks noChangeArrowheads="1"/>
                </p:cNvSpPr>
                <p:nvPr/>
              </p:nvSpPr>
              <p:spPr bwMode="auto">
                <a:xfrm>
                  <a:off x="3536"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174" name="Rectangle 199">
                  <a:extLst>
                    <a:ext uri="{FF2B5EF4-FFF2-40B4-BE49-F238E27FC236}">
                      <a16:creationId xmlns:a16="http://schemas.microsoft.com/office/drawing/2014/main" id="{EDC7717B-FF38-8BEF-FB7E-FCAE37389CE5}"/>
                    </a:ext>
                  </a:extLst>
                </p:cNvPr>
                <p:cNvSpPr>
                  <a:spLocks noChangeArrowheads="1"/>
                </p:cNvSpPr>
                <p:nvPr/>
              </p:nvSpPr>
              <p:spPr bwMode="auto">
                <a:xfrm>
                  <a:off x="3536"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175" name="Rectangle 200">
                  <a:extLst>
                    <a:ext uri="{FF2B5EF4-FFF2-40B4-BE49-F238E27FC236}">
                      <a16:creationId xmlns:a16="http://schemas.microsoft.com/office/drawing/2014/main" id="{5F285759-8D23-3EF8-EE65-E5A1B6E250E0}"/>
                    </a:ext>
                  </a:extLst>
                </p:cNvPr>
                <p:cNvSpPr>
                  <a:spLocks noChangeArrowheads="1"/>
                </p:cNvSpPr>
                <p:nvPr/>
              </p:nvSpPr>
              <p:spPr bwMode="auto">
                <a:xfrm>
                  <a:off x="3536"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grpSp>
          <p:nvGrpSpPr>
            <p:cNvPr id="64" name="Group 230">
              <a:extLst>
                <a:ext uri="{FF2B5EF4-FFF2-40B4-BE49-F238E27FC236}">
                  <a16:creationId xmlns:a16="http://schemas.microsoft.com/office/drawing/2014/main" id="{1964A5A3-A060-11BF-625A-2FEFBBE1F3C6}"/>
                </a:ext>
              </a:extLst>
            </p:cNvPr>
            <p:cNvGrpSpPr>
              <a:grpSpLocks/>
            </p:cNvGrpSpPr>
            <p:nvPr/>
          </p:nvGrpSpPr>
          <p:grpSpPr bwMode="auto">
            <a:xfrm>
              <a:off x="3978" y="1464"/>
              <a:ext cx="373" cy="1440"/>
              <a:chOff x="3978" y="1464"/>
              <a:chExt cx="373" cy="1440"/>
            </a:xfrm>
          </p:grpSpPr>
          <p:sp>
            <p:nvSpPr>
              <p:cNvPr id="122" name="Rectangle 203">
                <a:extLst>
                  <a:ext uri="{FF2B5EF4-FFF2-40B4-BE49-F238E27FC236}">
                    <a16:creationId xmlns:a16="http://schemas.microsoft.com/office/drawing/2014/main" id="{953D6D5D-8D3C-9222-8D6B-17E3404B10B6}"/>
                  </a:ext>
                </a:extLst>
              </p:cNvPr>
              <p:cNvSpPr>
                <a:spLocks noChangeArrowheads="1"/>
              </p:cNvSpPr>
              <p:nvPr/>
            </p:nvSpPr>
            <p:spPr bwMode="auto">
              <a:xfrm>
                <a:off x="3978" y="2782"/>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 name="Rectangle 204">
                <a:extLst>
                  <a:ext uri="{FF2B5EF4-FFF2-40B4-BE49-F238E27FC236}">
                    <a16:creationId xmlns:a16="http://schemas.microsoft.com/office/drawing/2014/main" id="{113B923D-2ADE-ACC4-ECD1-802F41A75B0D}"/>
                  </a:ext>
                </a:extLst>
              </p:cNvPr>
              <p:cNvSpPr>
                <a:spLocks noChangeArrowheads="1"/>
              </p:cNvSpPr>
              <p:nvPr/>
            </p:nvSpPr>
            <p:spPr bwMode="auto">
              <a:xfrm>
                <a:off x="3978" y="267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4" name="Rectangle 205">
                <a:extLst>
                  <a:ext uri="{FF2B5EF4-FFF2-40B4-BE49-F238E27FC236}">
                    <a16:creationId xmlns:a16="http://schemas.microsoft.com/office/drawing/2014/main" id="{5EB42763-A8B5-D30B-8F8F-7924375840C7}"/>
                  </a:ext>
                </a:extLst>
              </p:cNvPr>
              <p:cNvSpPr>
                <a:spLocks noChangeArrowheads="1"/>
              </p:cNvSpPr>
              <p:nvPr/>
            </p:nvSpPr>
            <p:spPr bwMode="auto">
              <a:xfrm>
                <a:off x="4062" y="2769"/>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125" name="Rectangle 206">
                <a:extLst>
                  <a:ext uri="{FF2B5EF4-FFF2-40B4-BE49-F238E27FC236}">
                    <a16:creationId xmlns:a16="http://schemas.microsoft.com/office/drawing/2014/main" id="{A69EC6D2-3D7C-0480-A9D3-C686DD96CE60}"/>
                  </a:ext>
                </a:extLst>
              </p:cNvPr>
              <p:cNvSpPr>
                <a:spLocks noChangeArrowheads="1"/>
              </p:cNvSpPr>
              <p:nvPr/>
            </p:nvSpPr>
            <p:spPr bwMode="auto">
              <a:xfrm>
                <a:off x="3978" y="256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6" name="Rectangle 207">
                <a:extLst>
                  <a:ext uri="{FF2B5EF4-FFF2-40B4-BE49-F238E27FC236}">
                    <a16:creationId xmlns:a16="http://schemas.microsoft.com/office/drawing/2014/main" id="{6D7A103C-3D06-0A5A-8738-B935A45C7003}"/>
                  </a:ext>
                </a:extLst>
              </p:cNvPr>
              <p:cNvSpPr>
                <a:spLocks noChangeArrowheads="1"/>
              </p:cNvSpPr>
              <p:nvPr/>
            </p:nvSpPr>
            <p:spPr bwMode="auto">
              <a:xfrm>
                <a:off x="4062" y="255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127" name="Rectangle 208">
                <a:extLst>
                  <a:ext uri="{FF2B5EF4-FFF2-40B4-BE49-F238E27FC236}">
                    <a16:creationId xmlns:a16="http://schemas.microsoft.com/office/drawing/2014/main" id="{48D10159-6501-4204-DAD8-6FA59AC1E16E}"/>
                  </a:ext>
                </a:extLst>
              </p:cNvPr>
              <p:cNvSpPr>
                <a:spLocks noChangeArrowheads="1"/>
              </p:cNvSpPr>
              <p:nvPr/>
            </p:nvSpPr>
            <p:spPr bwMode="auto">
              <a:xfrm>
                <a:off x="3978" y="245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8" name="Rectangle 209">
                <a:extLst>
                  <a:ext uri="{FF2B5EF4-FFF2-40B4-BE49-F238E27FC236}">
                    <a16:creationId xmlns:a16="http://schemas.microsoft.com/office/drawing/2014/main" id="{099BFBDF-160F-8119-5BC4-8EA2963C4AE9}"/>
                  </a:ext>
                </a:extLst>
              </p:cNvPr>
              <p:cNvSpPr>
                <a:spLocks noChangeArrowheads="1"/>
              </p:cNvSpPr>
              <p:nvPr/>
            </p:nvSpPr>
            <p:spPr bwMode="auto">
              <a:xfrm>
                <a:off x="4062" y="266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129" name="Rectangle 210">
                <a:extLst>
                  <a:ext uri="{FF2B5EF4-FFF2-40B4-BE49-F238E27FC236}">
                    <a16:creationId xmlns:a16="http://schemas.microsoft.com/office/drawing/2014/main" id="{751712F3-B589-EBCC-2036-D607B46B2DC6}"/>
                  </a:ext>
                </a:extLst>
              </p:cNvPr>
              <p:cNvSpPr>
                <a:spLocks noChangeArrowheads="1"/>
              </p:cNvSpPr>
              <p:nvPr/>
            </p:nvSpPr>
            <p:spPr bwMode="auto">
              <a:xfrm>
                <a:off x="3978" y="2346"/>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0" name="Rectangle 211">
                <a:extLst>
                  <a:ext uri="{FF2B5EF4-FFF2-40B4-BE49-F238E27FC236}">
                    <a16:creationId xmlns:a16="http://schemas.microsoft.com/office/drawing/2014/main" id="{2EB868AA-5401-D019-EE4B-75915EF86386}"/>
                  </a:ext>
                </a:extLst>
              </p:cNvPr>
              <p:cNvSpPr>
                <a:spLocks noChangeArrowheads="1"/>
              </p:cNvSpPr>
              <p:nvPr/>
            </p:nvSpPr>
            <p:spPr bwMode="auto">
              <a:xfrm>
                <a:off x="4080" y="244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131" name="Rectangle 212">
                <a:extLst>
                  <a:ext uri="{FF2B5EF4-FFF2-40B4-BE49-F238E27FC236}">
                    <a16:creationId xmlns:a16="http://schemas.microsoft.com/office/drawing/2014/main" id="{46563CC1-F1F1-9597-26E8-4EDF47F86F5B}"/>
                  </a:ext>
                </a:extLst>
              </p:cNvPr>
              <p:cNvSpPr>
                <a:spLocks noChangeArrowheads="1"/>
              </p:cNvSpPr>
              <p:nvPr/>
            </p:nvSpPr>
            <p:spPr bwMode="auto">
              <a:xfrm>
                <a:off x="4080" y="233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nvGrpSpPr>
              <p:cNvPr id="132" name="Group 229">
                <a:extLst>
                  <a:ext uri="{FF2B5EF4-FFF2-40B4-BE49-F238E27FC236}">
                    <a16:creationId xmlns:a16="http://schemas.microsoft.com/office/drawing/2014/main" id="{D6F4EC20-B83B-2217-FAF7-8F2B9506E1E7}"/>
                  </a:ext>
                </a:extLst>
              </p:cNvPr>
              <p:cNvGrpSpPr>
                <a:grpSpLocks/>
              </p:cNvGrpSpPr>
              <p:nvPr/>
            </p:nvGrpSpPr>
            <p:grpSpPr bwMode="auto">
              <a:xfrm>
                <a:off x="3978" y="1464"/>
                <a:ext cx="373" cy="896"/>
                <a:chOff x="3978" y="1464"/>
                <a:chExt cx="373" cy="896"/>
              </a:xfrm>
            </p:grpSpPr>
            <p:sp>
              <p:nvSpPr>
                <p:cNvPr id="133" name="Rectangle 213">
                  <a:extLst>
                    <a:ext uri="{FF2B5EF4-FFF2-40B4-BE49-F238E27FC236}">
                      <a16:creationId xmlns:a16="http://schemas.microsoft.com/office/drawing/2014/main" id="{50C8CF5F-251C-B199-B3AB-89294F4B0D1D}"/>
                    </a:ext>
                  </a:extLst>
                </p:cNvPr>
                <p:cNvSpPr>
                  <a:spLocks noChangeArrowheads="1"/>
                </p:cNvSpPr>
                <p:nvPr/>
              </p:nvSpPr>
              <p:spPr bwMode="auto">
                <a:xfrm>
                  <a:off x="3978" y="2237"/>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4" name="Rectangle 214">
                  <a:extLst>
                    <a:ext uri="{FF2B5EF4-FFF2-40B4-BE49-F238E27FC236}">
                      <a16:creationId xmlns:a16="http://schemas.microsoft.com/office/drawing/2014/main" id="{041E7163-7F86-0A24-3E0D-CF3FE6C43CC1}"/>
                    </a:ext>
                  </a:extLst>
                </p:cNvPr>
                <p:cNvSpPr>
                  <a:spLocks noChangeArrowheads="1"/>
                </p:cNvSpPr>
                <p:nvPr/>
              </p:nvSpPr>
              <p:spPr bwMode="auto">
                <a:xfrm>
                  <a:off x="3978" y="1911"/>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5" name="Rectangle 215">
                  <a:extLst>
                    <a:ext uri="{FF2B5EF4-FFF2-40B4-BE49-F238E27FC236}">
                      <a16:creationId xmlns:a16="http://schemas.microsoft.com/office/drawing/2014/main" id="{5852728A-0059-AF96-E4F6-66A88A662F31}"/>
                    </a:ext>
                  </a:extLst>
                </p:cNvPr>
                <p:cNvSpPr>
                  <a:spLocks noChangeArrowheads="1"/>
                </p:cNvSpPr>
                <p:nvPr/>
              </p:nvSpPr>
              <p:spPr bwMode="auto">
                <a:xfrm>
                  <a:off x="4080" y="222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136" name="Rectangle 216">
                  <a:extLst>
                    <a:ext uri="{FF2B5EF4-FFF2-40B4-BE49-F238E27FC236}">
                      <a16:creationId xmlns:a16="http://schemas.microsoft.com/office/drawing/2014/main" id="{429B1289-0EA1-6640-1757-CCE34470456F}"/>
                    </a:ext>
                  </a:extLst>
                </p:cNvPr>
                <p:cNvSpPr>
                  <a:spLocks noChangeArrowheads="1"/>
                </p:cNvSpPr>
                <p:nvPr/>
              </p:nvSpPr>
              <p:spPr bwMode="auto">
                <a:xfrm>
                  <a:off x="4080" y="190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137" name="Rectangle 217">
                  <a:extLst>
                    <a:ext uri="{FF2B5EF4-FFF2-40B4-BE49-F238E27FC236}">
                      <a16:creationId xmlns:a16="http://schemas.microsoft.com/office/drawing/2014/main" id="{36237BF1-6962-F275-DC35-707CD770D88F}"/>
                    </a:ext>
                  </a:extLst>
                </p:cNvPr>
                <p:cNvSpPr>
                  <a:spLocks noChangeArrowheads="1"/>
                </p:cNvSpPr>
                <p:nvPr/>
              </p:nvSpPr>
              <p:spPr bwMode="auto">
                <a:xfrm>
                  <a:off x="3978" y="2019"/>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8" name="Rectangle 218">
                  <a:extLst>
                    <a:ext uri="{FF2B5EF4-FFF2-40B4-BE49-F238E27FC236}">
                      <a16:creationId xmlns:a16="http://schemas.microsoft.com/office/drawing/2014/main" id="{F2A11FFC-94B4-5616-52A1-1E7229C0CC53}"/>
                    </a:ext>
                  </a:extLst>
                </p:cNvPr>
                <p:cNvSpPr>
                  <a:spLocks noChangeArrowheads="1"/>
                </p:cNvSpPr>
                <p:nvPr/>
              </p:nvSpPr>
              <p:spPr bwMode="auto">
                <a:xfrm>
                  <a:off x="4080" y="200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139" name="Rectangle 219">
                  <a:extLst>
                    <a:ext uri="{FF2B5EF4-FFF2-40B4-BE49-F238E27FC236}">
                      <a16:creationId xmlns:a16="http://schemas.microsoft.com/office/drawing/2014/main" id="{FC7DE775-F928-AA03-6FAD-AFCE63AEF324}"/>
                    </a:ext>
                  </a:extLst>
                </p:cNvPr>
                <p:cNvSpPr>
                  <a:spLocks noChangeArrowheads="1"/>
                </p:cNvSpPr>
                <p:nvPr/>
              </p:nvSpPr>
              <p:spPr bwMode="auto">
                <a:xfrm>
                  <a:off x="3978" y="212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0" name="Rectangle 220">
                  <a:extLst>
                    <a:ext uri="{FF2B5EF4-FFF2-40B4-BE49-F238E27FC236}">
                      <a16:creationId xmlns:a16="http://schemas.microsoft.com/office/drawing/2014/main" id="{0DE6EE47-DE8B-2EFD-718F-17E42FA164D0}"/>
                    </a:ext>
                  </a:extLst>
                </p:cNvPr>
                <p:cNvSpPr>
                  <a:spLocks noChangeArrowheads="1"/>
                </p:cNvSpPr>
                <p:nvPr/>
              </p:nvSpPr>
              <p:spPr bwMode="auto">
                <a:xfrm>
                  <a:off x="3978" y="169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1" name="Rectangle 221">
                  <a:extLst>
                    <a:ext uri="{FF2B5EF4-FFF2-40B4-BE49-F238E27FC236}">
                      <a16:creationId xmlns:a16="http://schemas.microsoft.com/office/drawing/2014/main" id="{495929D1-897C-A862-DD69-0B0FD251542F}"/>
                    </a:ext>
                  </a:extLst>
                </p:cNvPr>
                <p:cNvSpPr>
                  <a:spLocks noChangeArrowheads="1"/>
                </p:cNvSpPr>
                <p:nvPr/>
              </p:nvSpPr>
              <p:spPr bwMode="auto">
                <a:xfrm>
                  <a:off x="4080" y="168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142" name="Rectangle 222">
                  <a:extLst>
                    <a:ext uri="{FF2B5EF4-FFF2-40B4-BE49-F238E27FC236}">
                      <a16:creationId xmlns:a16="http://schemas.microsoft.com/office/drawing/2014/main" id="{CEEEBBC7-4C1D-4AA8-EACB-553C493A808B}"/>
                    </a:ext>
                  </a:extLst>
                </p:cNvPr>
                <p:cNvSpPr>
                  <a:spLocks noChangeArrowheads="1"/>
                </p:cNvSpPr>
                <p:nvPr/>
              </p:nvSpPr>
              <p:spPr bwMode="auto">
                <a:xfrm>
                  <a:off x="3978" y="1802"/>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 name="Rectangle 223">
                  <a:extLst>
                    <a:ext uri="{FF2B5EF4-FFF2-40B4-BE49-F238E27FC236}">
                      <a16:creationId xmlns:a16="http://schemas.microsoft.com/office/drawing/2014/main" id="{8C38143B-E762-C813-209B-5932B6E1A61F}"/>
                    </a:ext>
                  </a:extLst>
                </p:cNvPr>
                <p:cNvSpPr>
                  <a:spLocks noChangeArrowheads="1"/>
                </p:cNvSpPr>
                <p:nvPr/>
              </p:nvSpPr>
              <p:spPr bwMode="auto">
                <a:xfrm>
                  <a:off x="3978" y="158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4" name="Rectangle 224">
                  <a:extLst>
                    <a:ext uri="{FF2B5EF4-FFF2-40B4-BE49-F238E27FC236}">
                      <a16:creationId xmlns:a16="http://schemas.microsoft.com/office/drawing/2014/main" id="{02F91E3C-58D0-F682-79E8-7B7EF7DE8D90}"/>
                    </a:ext>
                  </a:extLst>
                </p:cNvPr>
                <p:cNvSpPr>
                  <a:spLocks noChangeArrowheads="1"/>
                </p:cNvSpPr>
                <p:nvPr/>
              </p:nvSpPr>
              <p:spPr bwMode="auto">
                <a:xfrm>
                  <a:off x="4080" y="157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145" name="Rectangle 225">
                  <a:extLst>
                    <a:ext uri="{FF2B5EF4-FFF2-40B4-BE49-F238E27FC236}">
                      <a16:creationId xmlns:a16="http://schemas.microsoft.com/office/drawing/2014/main" id="{EF093505-A596-499D-F85B-D7462D3FB451}"/>
                    </a:ext>
                  </a:extLst>
                </p:cNvPr>
                <p:cNvSpPr>
                  <a:spLocks noChangeArrowheads="1"/>
                </p:cNvSpPr>
                <p:nvPr/>
              </p:nvSpPr>
              <p:spPr bwMode="auto">
                <a:xfrm>
                  <a:off x="3978" y="147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6" name="Rectangle 226">
                  <a:extLst>
                    <a:ext uri="{FF2B5EF4-FFF2-40B4-BE49-F238E27FC236}">
                      <a16:creationId xmlns:a16="http://schemas.microsoft.com/office/drawing/2014/main" id="{402CA6CE-6173-4946-3B55-5588BED0435B}"/>
                    </a:ext>
                  </a:extLst>
                </p:cNvPr>
                <p:cNvSpPr>
                  <a:spLocks noChangeArrowheads="1"/>
                </p:cNvSpPr>
                <p:nvPr/>
              </p:nvSpPr>
              <p:spPr bwMode="auto">
                <a:xfrm>
                  <a:off x="4080" y="146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147" name="Rectangle 227">
                  <a:extLst>
                    <a:ext uri="{FF2B5EF4-FFF2-40B4-BE49-F238E27FC236}">
                      <a16:creationId xmlns:a16="http://schemas.microsoft.com/office/drawing/2014/main" id="{A775044A-90A5-BFF9-07DF-2BDCCD46CB1C}"/>
                    </a:ext>
                  </a:extLst>
                </p:cNvPr>
                <p:cNvSpPr>
                  <a:spLocks noChangeArrowheads="1"/>
                </p:cNvSpPr>
                <p:nvPr/>
              </p:nvSpPr>
              <p:spPr bwMode="auto">
                <a:xfrm>
                  <a:off x="4080" y="179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148" name="Rectangle 228">
                  <a:extLst>
                    <a:ext uri="{FF2B5EF4-FFF2-40B4-BE49-F238E27FC236}">
                      <a16:creationId xmlns:a16="http://schemas.microsoft.com/office/drawing/2014/main" id="{14B324D0-7356-3CE0-6544-ADA26C491988}"/>
                    </a:ext>
                  </a:extLst>
                </p:cNvPr>
                <p:cNvSpPr>
                  <a:spLocks noChangeArrowheads="1"/>
                </p:cNvSpPr>
                <p:nvPr/>
              </p:nvSpPr>
              <p:spPr bwMode="auto">
                <a:xfrm>
                  <a:off x="4080" y="21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grpSp>
          <p:nvGrpSpPr>
            <p:cNvPr id="65" name="Group 233">
              <a:extLst>
                <a:ext uri="{FF2B5EF4-FFF2-40B4-BE49-F238E27FC236}">
                  <a16:creationId xmlns:a16="http://schemas.microsoft.com/office/drawing/2014/main" id="{2B31BCBB-77FA-DC97-4685-20EC48CE1E59}"/>
                </a:ext>
              </a:extLst>
            </p:cNvPr>
            <p:cNvGrpSpPr>
              <a:grpSpLocks/>
            </p:cNvGrpSpPr>
            <p:nvPr/>
          </p:nvGrpSpPr>
          <p:grpSpPr bwMode="auto">
            <a:xfrm>
              <a:off x="1801" y="3096"/>
              <a:ext cx="374" cy="135"/>
              <a:chOff x="1801" y="3096"/>
              <a:chExt cx="374" cy="135"/>
            </a:xfrm>
          </p:grpSpPr>
          <p:sp>
            <p:nvSpPr>
              <p:cNvPr id="120" name="Rectangle 231">
                <a:extLst>
                  <a:ext uri="{FF2B5EF4-FFF2-40B4-BE49-F238E27FC236}">
                    <a16:creationId xmlns:a16="http://schemas.microsoft.com/office/drawing/2014/main" id="{962F1241-B195-94CD-91FB-62C3E4E5CD45}"/>
                  </a:ext>
                </a:extLst>
              </p:cNvPr>
              <p:cNvSpPr>
                <a:spLocks noChangeArrowheads="1"/>
              </p:cNvSpPr>
              <p:nvPr/>
            </p:nvSpPr>
            <p:spPr bwMode="auto">
              <a:xfrm>
                <a:off x="1801" y="3108"/>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1" name="Rectangle 232">
                <a:extLst>
                  <a:ext uri="{FF2B5EF4-FFF2-40B4-BE49-F238E27FC236}">
                    <a16:creationId xmlns:a16="http://schemas.microsoft.com/office/drawing/2014/main" id="{4884E69F-D54D-6985-D17A-A338F6B2B045}"/>
                  </a:ext>
                </a:extLst>
              </p:cNvPr>
              <p:cNvSpPr>
                <a:spLocks noChangeArrowheads="1"/>
              </p:cNvSpPr>
              <p:nvPr/>
            </p:nvSpPr>
            <p:spPr bwMode="auto">
              <a:xfrm>
                <a:off x="1820"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66" name="Group 236">
              <a:extLst>
                <a:ext uri="{FF2B5EF4-FFF2-40B4-BE49-F238E27FC236}">
                  <a16:creationId xmlns:a16="http://schemas.microsoft.com/office/drawing/2014/main" id="{24AB5EFE-9D66-E18D-E2B3-1788C7FB73BF}"/>
                </a:ext>
              </a:extLst>
            </p:cNvPr>
            <p:cNvGrpSpPr>
              <a:grpSpLocks/>
            </p:cNvGrpSpPr>
            <p:nvPr/>
          </p:nvGrpSpPr>
          <p:grpSpPr bwMode="auto">
            <a:xfrm>
              <a:off x="2346" y="3096"/>
              <a:ext cx="374" cy="135"/>
              <a:chOff x="2346" y="3096"/>
              <a:chExt cx="374" cy="135"/>
            </a:xfrm>
          </p:grpSpPr>
          <p:sp>
            <p:nvSpPr>
              <p:cNvPr id="118" name="Rectangle 234">
                <a:extLst>
                  <a:ext uri="{FF2B5EF4-FFF2-40B4-BE49-F238E27FC236}">
                    <a16:creationId xmlns:a16="http://schemas.microsoft.com/office/drawing/2014/main" id="{E0376A3C-1FE2-6E6F-35E9-9D748E257BD7}"/>
                  </a:ext>
                </a:extLst>
              </p:cNvPr>
              <p:cNvSpPr>
                <a:spLocks noChangeArrowheads="1"/>
              </p:cNvSpPr>
              <p:nvPr/>
            </p:nvSpPr>
            <p:spPr bwMode="auto">
              <a:xfrm>
                <a:off x="2346" y="3108"/>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9" name="Rectangle 235">
                <a:extLst>
                  <a:ext uri="{FF2B5EF4-FFF2-40B4-BE49-F238E27FC236}">
                    <a16:creationId xmlns:a16="http://schemas.microsoft.com/office/drawing/2014/main" id="{0FA89CC0-4D14-7C74-DE94-8D7C6C316523}"/>
                  </a:ext>
                </a:extLst>
              </p:cNvPr>
              <p:cNvSpPr>
                <a:spLocks noChangeArrowheads="1"/>
              </p:cNvSpPr>
              <p:nvPr/>
            </p:nvSpPr>
            <p:spPr bwMode="auto">
              <a:xfrm>
                <a:off x="2364"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67" name="Group 239">
              <a:extLst>
                <a:ext uri="{FF2B5EF4-FFF2-40B4-BE49-F238E27FC236}">
                  <a16:creationId xmlns:a16="http://schemas.microsoft.com/office/drawing/2014/main" id="{84DCB320-6E1C-CEB2-DF2A-4DA03EB5E6E8}"/>
                </a:ext>
              </a:extLst>
            </p:cNvPr>
            <p:cNvGrpSpPr>
              <a:grpSpLocks/>
            </p:cNvGrpSpPr>
            <p:nvPr/>
          </p:nvGrpSpPr>
          <p:grpSpPr bwMode="auto">
            <a:xfrm>
              <a:off x="2892" y="3096"/>
              <a:ext cx="374" cy="135"/>
              <a:chOff x="2892" y="3096"/>
              <a:chExt cx="374" cy="135"/>
            </a:xfrm>
          </p:grpSpPr>
          <p:sp>
            <p:nvSpPr>
              <p:cNvPr id="116" name="Rectangle 237">
                <a:extLst>
                  <a:ext uri="{FF2B5EF4-FFF2-40B4-BE49-F238E27FC236}">
                    <a16:creationId xmlns:a16="http://schemas.microsoft.com/office/drawing/2014/main" id="{50572420-6E28-2463-4F73-5747DFBEAB8B}"/>
                  </a:ext>
                </a:extLst>
              </p:cNvPr>
              <p:cNvSpPr>
                <a:spLocks noChangeArrowheads="1"/>
              </p:cNvSpPr>
              <p:nvPr/>
            </p:nvSpPr>
            <p:spPr bwMode="auto">
              <a:xfrm>
                <a:off x="2892" y="3108"/>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7" name="Rectangle 238">
                <a:extLst>
                  <a:ext uri="{FF2B5EF4-FFF2-40B4-BE49-F238E27FC236}">
                    <a16:creationId xmlns:a16="http://schemas.microsoft.com/office/drawing/2014/main" id="{82975EA3-5713-F4A6-7FCC-900A68421431}"/>
                  </a:ext>
                </a:extLst>
              </p:cNvPr>
              <p:cNvSpPr>
                <a:spLocks noChangeArrowheads="1"/>
              </p:cNvSpPr>
              <p:nvPr/>
            </p:nvSpPr>
            <p:spPr bwMode="auto">
              <a:xfrm>
                <a:off x="2910"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68" name="Group 242">
              <a:extLst>
                <a:ext uri="{FF2B5EF4-FFF2-40B4-BE49-F238E27FC236}">
                  <a16:creationId xmlns:a16="http://schemas.microsoft.com/office/drawing/2014/main" id="{C2D374EA-9F4C-718F-5E4B-75F1BF168D58}"/>
                </a:ext>
              </a:extLst>
            </p:cNvPr>
            <p:cNvGrpSpPr>
              <a:grpSpLocks/>
            </p:cNvGrpSpPr>
            <p:nvPr/>
          </p:nvGrpSpPr>
          <p:grpSpPr bwMode="auto">
            <a:xfrm>
              <a:off x="3434" y="3096"/>
              <a:ext cx="373" cy="135"/>
              <a:chOff x="3434" y="3096"/>
              <a:chExt cx="373" cy="135"/>
            </a:xfrm>
          </p:grpSpPr>
          <p:sp>
            <p:nvSpPr>
              <p:cNvPr id="114" name="Rectangle 240">
                <a:extLst>
                  <a:ext uri="{FF2B5EF4-FFF2-40B4-BE49-F238E27FC236}">
                    <a16:creationId xmlns:a16="http://schemas.microsoft.com/office/drawing/2014/main" id="{34F33B0B-C9DC-A89B-6667-40BA84E9FEA8}"/>
                  </a:ext>
                </a:extLst>
              </p:cNvPr>
              <p:cNvSpPr>
                <a:spLocks noChangeArrowheads="1"/>
              </p:cNvSpPr>
              <p:nvPr/>
            </p:nvSpPr>
            <p:spPr bwMode="auto">
              <a:xfrm>
                <a:off x="3434" y="310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5" name="Rectangle 241">
                <a:extLst>
                  <a:ext uri="{FF2B5EF4-FFF2-40B4-BE49-F238E27FC236}">
                    <a16:creationId xmlns:a16="http://schemas.microsoft.com/office/drawing/2014/main" id="{01945D8F-7025-604A-5208-918B96EC6AFB}"/>
                  </a:ext>
                </a:extLst>
              </p:cNvPr>
              <p:cNvSpPr>
                <a:spLocks noChangeArrowheads="1"/>
              </p:cNvSpPr>
              <p:nvPr/>
            </p:nvSpPr>
            <p:spPr bwMode="auto">
              <a:xfrm>
                <a:off x="3452"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69" name="Group 245">
              <a:extLst>
                <a:ext uri="{FF2B5EF4-FFF2-40B4-BE49-F238E27FC236}">
                  <a16:creationId xmlns:a16="http://schemas.microsoft.com/office/drawing/2014/main" id="{180722E6-5BD4-A446-3495-8C0549F687E0}"/>
                </a:ext>
              </a:extLst>
            </p:cNvPr>
            <p:cNvGrpSpPr>
              <a:grpSpLocks/>
            </p:cNvGrpSpPr>
            <p:nvPr/>
          </p:nvGrpSpPr>
          <p:grpSpPr bwMode="auto">
            <a:xfrm>
              <a:off x="3978" y="3096"/>
              <a:ext cx="373" cy="135"/>
              <a:chOff x="3978" y="3096"/>
              <a:chExt cx="373" cy="135"/>
            </a:xfrm>
          </p:grpSpPr>
          <p:sp>
            <p:nvSpPr>
              <p:cNvPr id="112" name="Rectangle 243">
                <a:extLst>
                  <a:ext uri="{FF2B5EF4-FFF2-40B4-BE49-F238E27FC236}">
                    <a16:creationId xmlns:a16="http://schemas.microsoft.com/office/drawing/2014/main" id="{35E44528-CE0C-27FA-1EFD-4762A062F43F}"/>
                  </a:ext>
                </a:extLst>
              </p:cNvPr>
              <p:cNvSpPr>
                <a:spLocks noChangeArrowheads="1"/>
              </p:cNvSpPr>
              <p:nvPr/>
            </p:nvSpPr>
            <p:spPr bwMode="auto">
              <a:xfrm>
                <a:off x="3978" y="3108"/>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 name="Rectangle 244">
                <a:extLst>
                  <a:ext uri="{FF2B5EF4-FFF2-40B4-BE49-F238E27FC236}">
                    <a16:creationId xmlns:a16="http://schemas.microsoft.com/office/drawing/2014/main" id="{B62AE7AF-111B-7A03-57F6-C807FD2019FB}"/>
                  </a:ext>
                </a:extLst>
              </p:cNvPr>
              <p:cNvSpPr>
                <a:spLocks noChangeArrowheads="1"/>
              </p:cNvSpPr>
              <p:nvPr/>
            </p:nvSpPr>
            <p:spPr bwMode="auto">
              <a:xfrm>
                <a:off x="3996" y="3096"/>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70" name="Group 248">
              <a:extLst>
                <a:ext uri="{FF2B5EF4-FFF2-40B4-BE49-F238E27FC236}">
                  <a16:creationId xmlns:a16="http://schemas.microsoft.com/office/drawing/2014/main" id="{9857F501-5E48-4BB6-84B5-F2E8B780276B}"/>
                </a:ext>
              </a:extLst>
            </p:cNvPr>
            <p:cNvGrpSpPr>
              <a:grpSpLocks/>
            </p:cNvGrpSpPr>
            <p:nvPr/>
          </p:nvGrpSpPr>
          <p:grpSpPr bwMode="auto">
            <a:xfrm>
              <a:off x="3978" y="3539"/>
              <a:ext cx="372" cy="135"/>
              <a:chOff x="3978" y="3539"/>
              <a:chExt cx="372" cy="135"/>
            </a:xfrm>
          </p:grpSpPr>
          <p:sp>
            <p:nvSpPr>
              <p:cNvPr id="110" name="Rectangle 246">
                <a:extLst>
                  <a:ext uri="{FF2B5EF4-FFF2-40B4-BE49-F238E27FC236}">
                    <a16:creationId xmlns:a16="http://schemas.microsoft.com/office/drawing/2014/main" id="{4455B549-66C3-AB55-B194-298A6B66AE61}"/>
                  </a:ext>
                </a:extLst>
              </p:cNvPr>
              <p:cNvSpPr>
                <a:spLocks noChangeArrowheads="1"/>
              </p:cNvSpPr>
              <p:nvPr/>
            </p:nvSpPr>
            <p:spPr bwMode="auto">
              <a:xfrm>
                <a:off x="3978" y="3552"/>
                <a:ext cx="372"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1" name="Rectangle 247">
                <a:extLst>
                  <a:ext uri="{FF2B5EF4-FFF2-40B4-BE49-F238E27FC236}">
                    <a16:creationId xmlns:a16="http://schemas.microsoft.com/office/drawing/2014/main" id="{5CB119AE-8AAD-2500-A693-EE3630FA3C8E}"/>
                  </a:ext>
                </a:extLst>
              </p:cNvPr>
              <p:cNvSpPr>
                <a:spLocks noChangeArrowheads="1"/>
              </p:cNvSpPr>
              <p:nvPr/>
            </p:nvSpPr>
            <p:spPr bwMode="auto">
              <a:xfrm>
                <a:off x="4049" y="3539"/>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71" name="Group 251">
              <a:extLst>
                <a:ext uri="{FF2B5EF4-FFF2-40B4-BE49-F238E27FC236}">
                  <a16:creationId xmlns:a16="http://schemas.microsoft.com/office/drawing/2014/main" id="{FEDC8CFA-88B2-F51C-C46C-A32450AFB0E8}"/>
                </a:ext>
              </a:extLst>
            </p:cNvPr>
            <p:cNvGrpSpPr>
              <a:grpSpLocks/>
            </p:cNvGrpSpPr>
            <p:nvPr/>
          </p:nvGrpSpPr>
          <p:grpSpPr bwMode="auto">
            <a:xfrm>
              <a:off x="3431" y="3535"/>
              <a:ext cx="378" cy="135"/>
              <a:chOff x="3431" y="3535"/>
              <a:chExt cx="378" cy="135"/>
            </a:xfrm>
          </p:grpSpPr>
          <p:sp>
            <p:nvSpPr>
              <p:cNvPr id="108" name="Rectangle 249">
                <a:extLst>
                  <a:ext uri="{FF2B5EF4-FFF2-40B4-BE49-F238E27FC236}">
                    <a16:creationId xmlns:a16="http://schemas.microsoft.com/office/drawing/2014/main" id="{4ED9E934-9B9B-85FF-2F4A-D283E9C93413}"/>
                  </a:ext>
                </a:extLst>
              </p:cNvPr>
              <p:cNvSpPr>
                <a:spLocks noChangeArrowheads="1"/>
              </p:cNvSpPr>
              <p:nvPr/>
            </p:nvSpPr>
            <p:spPr bwMode="auto">
              <a:xfrm>
                <a:off x="3431" y="3548"/>
                <a:ext cx="378"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9" name="Rectangle 250">
                <a:extLst>
                  <a:ext uri="{FF2B5EF4-FFF2-40B4-BE49-F238E27FC236}">
                    <a16:creationId xmlns:a16="http://schemas.microsoft.com/office/drawing/2014/main" id="{3A82757B-5C2E-8C61-24FF-050173E9B018}"/>
                  </a:ext>
                </a:extLst>
              </p:cNvPr>
              <p:cNvSpPr>
                <a:spLocks noChangeArrowheads="1"/>
              </p:cNvSpPr>
              <p:nvPr/>
            </p:nvSpPr>
            <p:spPr bwMode="auto">
              <a:xfrm>
                <a:off x="3504" y="3535"/>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72" name="Group 254">
              <a:extLst>
                <a:ext uri="{FF2B5EF4-FFF2-40B4-BE49-F238E27FC236}">
                  <a16:creationId xmlns:a16="http://schemas.microsoft.com/office/drawing/2014/main" id="{339FFDB2-D487-68C3-9939-7FD2A06E8DB5}"/>
                </a:ext>
              </a:extLst>
            </p:cNvPr>
            <p:cNvGrpSpPr>
              <a:grpSpLocks/>
            </p:cNvGrpSpPr>
            <p:nvPr/>
          </p:nvGrpSpPr>
          <p:grpSpPr bwMode="auto">
            <a:xfrm>
              <a:off x="2889" y="3531"/>
              <a:ext cx="374" cy="135"/>
              <a:chOff x="2889" y="3531"/>
              <a:chExt cx="374" cy="135"/>
            </a:xfrm>
          </p:grpSpPr>
          <p:sp>
            <p:nvSpPr>
              <p:cNvPr id="106" name="Rectangle 252">
                <a:extLst>
                  <a:ext uri="{FF2B5EF4-FFF2-40B4-BE49-F238E27FC236}">
                    <a16:creationId xmlns:a16="http://schemas.microsoft.com/office/drawing/2014/main" id="{3F49E70D-40DA-F190-F4E1-D50C1DD30671}"/>
                  </a:ext>
                </a:extLst>
              </p:cNvPr>
              <p:cNvSpPr>
                <a:spLocks noChangeArrowheads="1"/>
              </p:cNvSpPr>
              <p:nvPr/>
            </p:nvSpPr>
            <p:spPr bwMode="auto">
              <a:xfrm>
                <a:off x="2889" y="354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7" name="Rectangle 253">
                <a:extLst>
                  <a:ext uri="{FF2B5EF4-FFF2-40B4-BE49-F238E27FC236}">
                    <a16:creationId xmlns:a16="http://schemas.microsoft.com/office/drawing/2014/main" id="{21807E49-03D8-EFE9-7A23-87933A59C773}"/>
                  </a:ext>
                </a:extLst>
              </p:cNvPr>
              <p:cNvSpPr>
                <a:spLocks noChangeArrowheads="1"/>
              </p:cNvSpPr>
              <p:nvPr/>
            </p:nvSpPr>
            <p:spPr bwMode="auto">
              <a:xfrm>
                <a:off x="2961" y="353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73" name="Group 257">
              <a:extLst>
                <a:ext uri="{FF2B5EF4-FFF2-40B4-BE49-F238E27FC236}">
                  <a16:creationId xmlns:a16="http://schemas.microsoft.com/office/drawing/2014/main" id="{F82B74B1-7D2A-01C0-E344-7D90B3ED536A}"/>
                </a:ext>
              </a:extLst>
            </p:cNvPr>
            <p:cNvGrpSpPr>
              <a:grpSpLocks/>
            </p:cNvGrpSpPr>
            <p:nvPr/>
          </p:nvGrpSpPr>
          <p:grpSpPr bwMode="auto">
            <a:xfrm>
              <a:off x="2333" y="3531"/>
              <a:ext cx="374" cy="135"/>
              <a:chOff x="2333" y="3531"/>
              <a:chExt cx="374" cy="135"/>
            </a:xfrm>
          </p:grpSpPr>
          <p:sp>
            <p:nvSpPr>
              <p:cNvPr id="104" name="Rectangle 255">
                <a:extLst>
                  <a:ext uri="{FF2B5EF4-FFF2-40B4-BE49-F238E27FC236}">
                    <a16:creationId xmlns:a16="http://schemas.microsoft.com/office/drawing/2014/main" id="{3111987C-8C91-DE8C-E660-B405CBB13E17}"/>
                  </a:ext>
                </a:extLst>
              </p:cNvPr>
              <p:cNvSpPr>
                <a:spLocks noChangeArrowheads="1"/>
              </p:cNvSpPr>
              <p:nvPr/>
            </p:nvSpPr>
            <p:spPr bwMode="auto">
              <a:xfrm>
                <a:off x="2333" y="354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5" name="Rectangle 256">
                <a:extLst>
                  <a:ext uri="{FF2B5EF4-FFF2-40B4-BE49-F238E27FC236}">
                    <a16:creationId xmlns:a16="http://schemas.microsoft.com/office/drawing/2014/main" id="{A92507F8-0063-C51B-CA7D-41C3C803189A}"/>
                  </a:ext>
                </a:extLst>
              </p:cNvPr>
              <p:cNvSpPr>
                <a:spLocks noChangeArrowheads="1"/>
              </p:cNvSpPr>
              <p:nvPr/>
            </p:nvSpPr>
            <p:spPr bwMode="auto">
              <a:xfrm>
                <a:off x="2405" y="353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74" name="Group 260">
              <a:extLst>
                <a:ext uri="{FF2B5EF4-FFF2-40B4-BE49-F238E27FC236}">
                  <a16:creationId xmlns:a16="http://schemas.microsoft.com/office/drawing/2014/main" id="{616646FC-A588-D69E-5591-C1B2BC06C799}"/>
                </a:ext>
              </a:extLst>
            </p:cNvPr>
            <p:cNvGrpSpPr>
              <a:grpSpLocks/>
            </p:cNvGrpSpPr>
            <p:nvPr/>
          </p:nvGrpSpPr>
          <p:grpSpPr bwMode="auto">
            <a:xfrm>
              <a:off x="1797" y="3531"/>
              <a:ext cx="374" cy="135"/>
              <a:chOff x="1797" y="3531"/>
              <a:chExt cx="374" cy="135"/>
            </a:xfrm>
          </p:grpSpPr>
          <p:sp>
            <p:nvSpPr>
              <p:cNvPr id="102" name="Rectangle 258">
                <a:extLst>
                  <a:ext uri="{FF2B5EF4-FFF2-40B4-BE49-F238E27FC236}">
                    <a16:creationId xmlns:a16="http://schemas.microsoft.com/office/drawing/2014/main" id="{366D05CF-D1E2-4E8F-64EF-6B5732AA79C1}"/>
                  </a:ext>
                </a:extLst>
              </p:cNvPr>
              <p:cNvSpPr>
                <a:spLocks noChangeArrowheads="1"/>
              </p:cNvSpPr>
              <p:nvPr/>
            </p:nvSpPr>
            <p:spPr bwMode="auto">
              <a:xfrm>
                <a:off x="1797" y="3544"/>
                <a:ext cx="374"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3" name="Rectangle 259">
                <a:extLst>
                  <a:ext uri="{FF2B5EF4-FFF2-40B4-BE49-F238E27FC236}">
                    <a16:creationId xmlns:a16="http://schemas.microsoft.com/office/drawing/2014/main" id="{B83AACFA-D141-BE4E-337F-C52CF08B34E3}"/>
                  </a:ext>
                </a:extLst>
              </p:cNvPr>
              <p:cNvSpPr>
                <a:spLocks noChangeArrowheads="1"/>
              </p:cNvSpPr>
              <p:nvPr/>
            </p:nvSpPr>
            <p:spPr bwMode="auto">
              <a:xfrm>
                <a:off x="1870" y="353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sp>
          <p:nvSpPr>
            <p:cNvPr id="75" name="Rectangle 261">
              <a:extLst>
                <a:ext uri="{FF2B5EF4-FFF2-40B4-BE49-F238E27FC236}">
                  <a16:creationId xmlns:a16="http://schemas.microsoft.com/office/drawing/2014/main" id="{F5152051-3B1D-9E20-8B44-7F27BB59D630}"/>
                </a:ext>
              </a:extLst>
            </p:cNvPr>
            <p:cNvSpPr>
              <a:spLocks noChangeArrowheads="1"/>
            </p:cNvSpPr>
            <p:nvPr/>
          </p:nvSpPr>
          <p:spPr bwMode="auto">
            <a:xfrm>
              <a:off x="1802" y="2999"/>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6" name="Rectangle 262">
              <a:extLst>
                <a:ext uri="{FF2B5EF4-FFF2-40B4-BE49-F238E27FC236}">
                  <a16:creationId xmlns:a16="http://schemas.microsoft.com/office/drawing/2014/main" id="{46FE11B4-D1E7-79F3-D858-F4E5C4AA777D}"/>
                </a:ext>
              </a:extLst>
            </p:cNvPr>
            <p:cNvSpPr>
              <a:spLocks noChangeArrowheads="1"/>
            </p:cNvSpPr>
            <p:nvPr/>
          </p:nvSpPr>
          <p:spPr bwMode="auto">
            <a:xfrm>
              <a:off x="1802" y="2890"/>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7" name="Rectangle 263">
              <a:extLst>
                <a:ext uri="{FF2B5EF4-FFF2-40B4-BE49-F238E27FC236}">
                  <a16:creationId xmlns:a16="http://schemas.microsoft.com/office/drawing/2014/main" id="{AAC39B3C-CEE4-760D-33A3-58A5384C4727}"/>
                </a:ext>
              </a:extLst>
            </p:cNvPr>
            <p:cNvSpPr>
              <a:spLocks noChangeArrowheads="1"/>
            </p:cNvSpPr>
            <p:nvPr/>
          </p:nvSpPr>
          <p:spPr bwMode="auto">
            <a:xfrm>
              <a:off x="1826" y="2987"/>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r14_fiq</a:t>
              </a:r>
            </a:p>
          </p:txBody>
        </p:sp>
        <p:sp>
          <p:nvSpPr>
            <p:cNvPr id="78" name="Rectangle 264">
              <a:extLst>
                <a:ext uri="{FF2B5EF4-FFF2-40B4-BE49-F238E27FC236}">
                  <a16:creationId xmlns:a16="http://schemas.microsoft.com/office/drawing/2014/main" id="{1E7C79FC-6415-3829-0C17-F13C67A132C9}"/>
                </a:ext>
              </a:extLst>
            </p:cNvPr>
            <p:cNvSpPr>
              <a:spLocks noChangeArrowheads="1"/>
            </p:cNvSpPr>
            <p:nvPr/>
          </p:nvSpPr>
          <p:spPr bwMode="auto">
            <a:xfrm>
              <a:off x="1802" y="2782"/>
              <a:ext cx="373" cy="100"/>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9" name="Rectangle 265">
              <a:extLst>
                <a:ext uri="{FF2B5EF4-FFF2-40B4-BE49-F238E27FC236}">
                  <a16:creationId xmlns:a16="http://schemas.microsoft.com/office/drawing/2014/main" id="{DAE2A50A-B6D9-325E-55D1-A36C89495D48}"/>
                </a:ext>
              </a:extLst>
            </p:cNvPr>
            <p:cNvSpPr>
              <a:spLocks noChangeArrowheads="1"/>
            </p:cNvSpPr>
            <p:nvPr/>
          </p:nvSpPr>
          <p:spPr bwMode="auto">
            <a:xfrm>
              <a:off x="1826" y="2879"/>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r13_fiq</a:t>
              </a:r>
            </a:p>
          </p:txBody>
        </p:sp>
        <p:sp>
          <p:nvSpPr>
            <p:cNvPr id="80" name="Rectangle 266">
              <a:extLst>
                <a:ext uri="{FF2B5EF4-FFF2-40B4-BE49-F238E27FC236}">
                  <a16:creationId xmlns:a16="http://schemas.microsoft.com/office/drawing/2014/main" id="{8778883D-4513-9EB5-83D4-11AE9A9755D8}"/>
                </a:ext>
              </a:extLst>
            </p:cNvPr>
            <p:cNvSpPr>
              <a:spLocks noChangeArrowheads="1"/>
            </p:cNvSpPr>
            <p:nvPr/>
          </p:nvSpPr>
          <p:spPr bwMode="auto">
            <a:xfrm>
              <a:off x="1802" y="2673"/>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1" name="Rectangle 267">
              <a:extLst>
                <a:ext uri="{FF2B5EF4-FFF2-40B4-BE49-F238E27FC236}">
                  <a16:creationId xmlns:a16="http://schemas.microsoft.com/office/drawing/2014/main" id="{3D8B0512-DD48-C1B4-09BF-D5D5C6DB4273}"/>
                </a:ext>
              </a:extLst>
            </p:cNvPr>
            <p:cNvSpPr>
              <a:spLocks noChangeArrowheads="1"/>
            </p:cNvSpPr>
            <p:nvPr/>
          </p:nvSpPr>
          <p:spPr bwMode="auto">
            <a:xfrm>
              <a:off x="1826" y="2769"/>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r12_fiq</a:t>
              </a:r>
            </a:p>
          </p:txBody>
        </p:sp>
        <p:sp>
          <p:nvSpPr>
            <p:cNvPr id="82" name="Rectangle 268">
              <a:extLst>
                <a:ext uri="{FF2B5EF4-FFF2-40B4-BE49-F238E27FC236}">
                  <a16:creationId xmlns:a16="http://schemas.microsoft.com/office/drawing/2014/main" id="{7AD070D4-0164-B0D7-1653-B566928520BB}"/>
                </a:ext>
              </a:extLst>
            </p:cNvPr>
            <p:cNvSpPr>
              <a:spLocks noChangeArrowheads="1"/>
            </p:cNvSpPr>
            <p:nvPr/>
          </p:nvSpPr>
          <p:spPr bwMode="auto">
            <a:xfrm>
              <a:off x="1802" y="2564"/>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3" name="Rectangle 269">
              <a:extLst>
                <a:ext uri="{FF2B5EF4-FFF2-40B4-BE49-F238E27FC236}">
                  <a16:creationId xmlns:a16="http://schemas.microsoft.com/office/drawing/2014/main" id="{E2549042-5C17-1D65-B6FD-7C35B57CB391}"/>
                </a:ext>
              </a:extLst>
            </p:cNvPr>
            <p:cNvSpPr>
              <a:spLocks noChangeArrowheads="1"/>
            </p:cNvSpPr>
            <p:nvPr/>
          </p:nvSpPr>
          <p:spPr bwMode="auto">
            <a:xfrm>
              <a:off x="1826" y="2551"/>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r10_fiq</a:t>
              </a:r>
            </a:p>
          </p:txBody>
        </p:sp>
        <p:sp>
          <p:nvSpPr>
            <p:cNvPr id="84" name="Rectangle 270">
              <a:extLst>
                <a:ext uri="{FF2B5EF4-FFF2-40B4-BE49-F238E27FC236}">
                  <a16:creationId xmlns:a16="http://schemas.microsoft.com/office/drawing/2014/main" id="{0C149FBC-8BA1-5201-2E58-9FDBE6344DB9}"/>
                </a:ext>
              </a:extLst>
            </p:cNvPr>
            <p:cNvSpPr>
              <a:spLocks noChangeArrowheads="1"/>
            </p:cNvSpPr>
            <p:nvPr/>
          </p:nvSpPr>
          <p:spPr bwMode="auto">
            <a:xfrm>
              <a:off x="1802" y="2455"/>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5" name="Rectangle 271">
              <a:extLst>
                <a:ext uri="{FF2B5EF4-FFF2-40B4-BE49-F238E27FC236}">
                  <a16:creationId xmlns:a16="http://schemas.microsoft.com/office/drawing/2014/main" id="{CB969342-9EB7-3C8D-1C9C-321040EE78D4}"/>
                </a:ext>
              </a:extLst>
            </p:cNvPr>
            <p:cNvSpPr>
              <a:spLocks noChangeArrowheads="1"/>
            </p:cNvSpPr>
            <p:nvPr/>
          </p:nvSpPr>
          <p:spPr bwMode="auto">
            <a:xfrm>
              <a:off x="1826" y="2660"/>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r11_fiq</a:t>
              </a:r>
            </a:p>
          </p:txBody>
        </p:sp>
        <p:sp>
          <p:nvSpPr>
            <p:cNvPr id="86" name="Rectangle 272">
              <a:extLst>
                <a:ext uri="{FF2B5EF4-FFF2-40B4-BE49-F238E27FC236}">
                  <a16:creationId xmlns:a16="http://schemas.microsoft.com/office/drawing/2014/main" id="{C9DAF1FB-1691-D92C-FF5B-45456F3C93EB}"/>
                </a:ext>
              </a:extLst>
            </p:cNvPr>
            <p:cNvSpPr>
              <a:spLocks noChangeArrowheads="1"/>
            </p:cNvSpPr>
            <p:nvPr/>
          </p:nvSpPr>
          <p:spPr bwMode="auto">
            <a:xfrm>
              <a:off x="1802" y="2346"/>
              <a:ext cx="373" cy="101"/>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7" name="Rectangle 273">
              <a:extLst>
                <a:ext uri="{FF2B5EF4-FFF2-40B4-BE49-F238E27FC236}">
                  <a16:creationId xmlns:a16="http://schemas.microsoft.com/office/drawing/2014/main" id="{D686695F-3404-FD22-A216-71083C9185D1}"/>
                </a:ext>
              </a:extLst>
            </p:cNvPr>
            <p:cNvSpPr>
              <a:spLocks noChangeArrowheads="1"/>
            </p:cNvSpPr>
            <p:nvPr/>
          </p:nvSpPr>
          <p:spPr bwMode="auto">
            <a:xfrm>
              <a:off x="1844" y="2443"/>
              <a:ext cx="29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r9_fiq</a:t>
              </a:r>
            </a:p>
          </p:txBody>
        </p:sp>
        <p:sp>
          <p:nvSpPr>
            <p:cNvPr id="88" name="Rectangle 274">
              <a:extLst>
                <a:ext uri="{FF2B5EF4-FFF2-40B4-BE49-F238E27FC236}">
                  <a16:creationId xmlns:a16="http://schemas.microsoft.com/office/drawing/2014/main" id="{11605DF4-CF08-6D9B-7C51-F8CDFD856302}"/>
                </a:ext>
              </a:extLst>
            </p:cNvPr>
            <p:cNvSpPr>
              <a:spLocks noChangeArrowheads="1"/>
            </p:cNvSpPr>
            <p:nvPr/>
          </p:nvSpPr>
          <p:spPr bwMode="auto">
            <a:xfrm>
              <a:off x="1844" y="2335"/>
              <a:ext cx="29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r8_fiq</a:t>
              </a:r>
            </a:p>
          </p:txBody>
        </p:sp>
        <p:grpSp>
          <p:nvGrpSpPr>
            <p:cNvPr id="89" name="Group 287">
              <a:extLst>
                <a:ext uri="{FF2B5EF4-FFF2-40B4-BE49-F238E27FC236}">
                  <a16:creationId xmlns:a16="http://schemas.microsoft.com/office/drawing/2014/main" id="{5E149629-07EB-FECB-095F-8AB50E6F9A1F}"/>
                </a:ext>
              </a:extLst>
            </p:cNvPr>
            <p:cNvGrpSpPr>
              <a:grpSpLocks/>
            </p:cNvGrpSpPr>
            <p:nvPr/>
          </p:nvGrpSpPr>
          <p:grpSpPr bwMode="auto">
            <a:xfrm>
              <a:off x="3940" y="3643"/>
              <a:ext cx="491" cy="135"/>
              <a:chOff x="3940" y="3643"/>
              <a:chExt cx="491" cy="135"/>
            </a:xfrm>
          </p:grpSpPr>
          <p:sp>
            <p:nvSpPr>
              <p:cNvPr id="90" name="Rectangle 275">
                <a:extLst>
                  <a:ext uri="{FF2B5EF4-FFF2-40B4-BE49-F238E27FC236}">
                    <a16:creationId xmlns:a16="http://schemas.microsoft.com/office/drawing/2014/main" id="{5567314A-07A3-B4F7-0A52-57C1A911CB2A}"/>
                  </a:ext>
                </a:extLst>
              </p:cNvPr>
              <p:cNvSpPr>
                <a:spLocks noChangeArrowheads="1"/>
              </p:cNvSpPr>
              <p:nvPr/>
            </p:nvSpPr>
            <p:spPr bwMode="auto">
              <a:xfrm>
                <a:off x="3977" y="3656"/>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1" name="Rectangle 276">
                <a:extLst>
                  <a:ext uri="{FF2B5EF4-FFF2-40B4-BE49-F238E27FC236}">
                    <a16:creationId xmlns:a16="http://schemas.microsoft.com/office/drawing/2014/main" id="{85D71B96-8A45-565C-7D60-6D42E7F45571}"/>
                  </a:ext>
                </a:extLst>
              </p:cNvPr>
              <p:cNvSpPr>
                <a:spLocks noChangeArrowheads="1"/>
              </p:cNvSpPr>
              <p:nvPr/>
            </p:nvSpPr>
            <p:spPr bwMode="auto">
              <a:xfrm>
                <a:off x="3981" y="3643"/>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92" name="Rectangle 277">
                <a:extLst>
                  <a:ext uri="{FF2B5EF4-FFF2-40B4-BE49-F238E27FC236}">
                    <a16:creationId xmlns:a16="http://schemas.microsoft.com/office/drawing/2014/main" id="{37184269-EDFB-E041-3180-AD3D2F2E786B}"/>
                  </a:ext>
                </a:extLst>
              </p:cNvPr>
              <p:cNvSpPr>
                <a:spLocks noChangeArrowheads="1"/>
              </p:cNvSpPr>
              <p:nvPr/>
            </p:nvSpPr>
            <p:spPr bwMode="auto">
              <a:xfrm>
                <a:off x="3977" y="3656"/>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3" name="Rectangle 278">
                <a:extLst>
                  <a:ext uri="{FF2B5EF4-FFF2-40B4-BE49-F238E27FC236}">
                    <a16:creationId xmlns:a16="http://schemas.microsoft.com/office/drawing/2014/main" id="{186F091C-0406-19B8-E14B-1CB2F27E7A65}"/>
                  </a:ext>
                </a:extLst>
              </p:cNvPr>
              <p:cNvSpPr>
                <a:spLocks noChangeArrowheads="1"/>
              </p:cNvSpPr>
              <p:nvPr/>
            </p:nvSpPr>
            <p:spPr bwMode="auto">
              <a:xfrm>
                <a:off x="3981" y="3643"/>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94" name="Rectangle 279">
                <a:extLst>
                  <a:ext uri="{FF2B5EF4-FFF2-40B4-BE49-F238E27FC236}">
                    <a16:creationId xmlns:a16="http://schemas.microsoft.com/office/drawing/2014/main" id="{85FBB9EC-1CE3-C497-573A-043C7D2241D6}"/>
                  </a:ext>
                </a:extLst>
              </p:cNvPr>
              <p:cNvSpPr>
                <a:spLocks noChangeArrowheads="1"/>
              </p:cNvSpPr>
              <p:nvPr/>
            </p:nvSpPr>
            <p:spPr bwMode="auto">
              <a:xfrm>
                <a:off x="3977" y="3656"/>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5" name="Rectangle 280">
                <a:extLst>
                  <a:ext uri="{FF2B5EF4-FFF2-40B4-BE49-F238E27FC236}">
                    <a16:creationId xmlns:a16="http://schemas.microsoft.com/office/drawing/2014/main" id="{2FF09B1F-CB7C-B5EC-F30C-AEEA192E27AB}"/>
                  </a:ext>
                </a:extLst>
              </p:cNvPr>
              <p:cNvSpPr>
                <a:spLocks noChangeArrowheads="1"/>
              </p:cNvSpPr>
              <p:nvPr/>
            </p:nvSpPr>
            <p:spPr bwMode="auto">
              <a:xfrm>
                <a:off x="3981" y="3643"/>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96" name="Rectangle 281">
                <a:extLst>
                  <a:ext uri="{FF2B5EF4-FFF2-40B4-BE49-F238E27FC236}">
                    <a16:creationId xmlns:a16="http://schemas.microsoft.com/office/drawing/2014/main" id="{3A823CC6-ABB0-E314-296C-A5D65A3A287E}"/>
                  </a:ext>
                </a:extLst>
              </p:cNvPr>
              <p:cNvSpPr>
                <a:spLocks noChangeArrowheads="1"/>
              </p:cNvSpPr>
              <p:nvPr/>
            </p:nvSpPr>
            <p:spPr bwMode="auto">
              <a:xfrm>
                <a:off x="3977" y="3656"/>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7" name="Rectangle 282">
                <a:extLst>
                  <a:ext uri="{FF2B5EF4-FFF2-40B4-BE49-F238E27FC236}">
                    <a16:creationId xmlns:a16="http://schemas.microsoft.com/office/drawing/2014/main" id="{795259CD-0191-6EF6-FD68-5967A1BB624D}"/>
                  </a:ext>
                </a:extLst>
              </p:cNvPr>
              <p:cNvSpPr>
                <a:spLocks noChangeArrowheads="1"/>
              </p:cNvSpPr>
              <p:nvPr/>
            </p:nvSpPr>
            <p:spPr bwMode="auto">
              <a:xfrm>
                <a:off x="3981" y="3643"/>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98" name="Rectangle 283">
                <a:extLst>
                  <a:ext uri="{FF2B5EF4-FFF2-40B4-BE49-F238E27FC236}">
                    <a16:creationId xmlns:a16="http://schemas.microsoft.com/office/drawing/2014/main" id="{AF1983C7-0A6F-36BC-C8B8-C8B6097C9273}"/>
                  </a:ext>
                </a:extLst>
              </p:cNvPr>
              <p:cNvSpPr>
                <a:spLocks noChangeArrowheads="1"/>
              </p:cNvSpPr>
              <p:nvPr/>
            </p:nvSpPr>
            <p:spPr bwMode="auto">
              <a:xfrm>
                <a:off x="3977" y="3656"/>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9" name="Rectangle 284">
                <a:extLst>
                  <a:ext uri="{FF2B5EF4-FFF2-40B4-BE49-F238E27FC236}">
                    <a16:creationId xmlns:a16="http://schemas.microsoft.com/office/drawing/2014/main" id="{A81A6EC8-F4D3-FDFF-2966-2C1FFA3FC95D}"/>
                  </a:ext>
                </a:extLst>
              </p:cNvPr>
              <p:cNvSpPr>
                <a:spLocks noChangeArrowheads="1"/>
              </p:cNvSpPr>
              <p:nvPr/>
            </p:nvSpPr>
            <p:spPr bwMode="auto">
              <a:xfrm>
                <a:off x="3981" y="3643"/>
                <a:ext cx="37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sprsr_fiq</a:t>
                </a:r>
              </a:p>
            </p:txBody>
          </p:sp>
          <p:sp>
            <p:nvSpPr>
              <p:cNvPr id="100" name="Rectangle 285">
                <a:extLst>
                  <a:ext uri="{FF2B5EF4-FFF2-40B4-BE49-F238E27FC236}">
                    <a16:creationId xmlns:a16="http://schemas.microsoft.com/office/drawing/2014/main" id="{AEB68849-3109-E602-869F-192A6CD9535A}"/>
                  </a:ext>
                </a:extLst>
              </p:cNvPr>
              <p:cNvSpPr>
                <a:spLocks noChangeArrowheads="1"/>
              </p:cNvSpPr>
              <p:nvPr/>
            </p:nvSpPr>
            <p:spPr bwMode="auto">
              <a:xfrm>
                <a:off x="3977" y="3656"/>
                <a:ext cx="373" cy="100"/>
              </a:xfrm>
              <a:prstGeom prst="rect">
                <a:avLst/>
              </a:prstGeom>
              <a:gradFill rotWithShape="0">
                <a:gsLst>
                  <a:gs pos="0">
                    <a:schemeClr val="bg2">
                      <a:gamma/>
                      <a:tint val="0"/>
                      <a:invGamma/>
                    </a:schemeClr>
                  </a:gs>
                  <a:gs pos="100000">
                    <a:schemeClr val="bg2"/>
                  </a:gs>
                </a:gsLst>
                <a:path path="shape">
                  <a:fillToRect l="50000" t="50000" r="50000" b="50000"/>
                </a:path>
              </a:gra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1" name="Rectangle 286">
                <a:extLst>
                  <a:ext uri="{FF2B5EF4-FFF2-40B4-BE49-F238E27FC236}">
                    <a16:creationId xmlns:a16="http://schemas.microsoft.com/office/drawing/2014/main" id="{5D7971AA-ABC8-B2D3-9E14-B659258909F8}"/>
                  </a:ext>
                </a:extLst>
              </p:cNvPr>
              <p:cNvSpPr>
                <a:spLocks noChangeArrowheads="1"/>
              </p:cNvSpPr>
              <p:nvPr/>
            </p:nvSpPr>
            <p:spPr bwMode="auto">
              <a:xfrm>
                <a:off x="3940" y="3643"/>
                <a:ext cx="491"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dirty="0" err="1">
                    <a:solidFill>
                      <a:srgbClr val="000000"/>
                    </a:solidFill>
                  </a:rPr>
                  <a:t>spsr_undef</a:t>
                </a:r>
                <a:endParaRPr lang="en-US" altLang="en-US" sz="900" b="0" dirty="0">
                  <a:solidFill>
                    <a:srgbClr val="000000"/>
                  </a:solidFill>
                </a:endParaRPr>
              </a:p>
            </p:txBody>
          </p:sp>
        </p:grpSp>
      </p:grpSp>
    </p:spTree>
    <p:extLst>
      <p:ext uri="{BB962C8B-B14F-4D97-AF65-F5344CB8AC3E}">
        <p14:creationId xmlns:p14="http://schemas.microsoft.com/office/powerpoint/2010/main" val="3961026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A7854-E20F-6D46-0CAF-5D349ADF0E10}"/>
              </a:ext>
            </a:extLst>
          </p:cNvPr>
          <p:cNvSpPr>
            <a:spLocks noGrp="1"/>
          </p:cNvSpPr>
          <p:nvPr>
            <p:ph type="title"/>
          </p:nvPr>
        </p:nvSpPr>
        <p:spPr/>
        <p:txBody>
          <a:bodyPr/>
          <a:lstStyle/>
          <a:p>
            <a:r>
              <a:rPr lang="en-CA" dirty="0"/>
              <a:t>e.g., User to Fast Interrupt (FIQ)</a:t>
            </a:r>
          </a:p>
        </p:txBody>
      </p:sp>
      <p:sp>
        <p:nvSpPr>
          <p:cNvPr id="4" name="Date Placeholder 3">
            <a:extLst>
              <a:ext uri="{FF2B5EF4-FFF2-40B4-BE49-F238E27FC236}">
                <a16:creationId xmlns:a16="http://schemas.microsoft.com/office/drawing/2014/main" id="{EEDF7F46-0013-8A0A-7459-DE57F68E880F}"/>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68527E09-BF70-8CBD-D5B1-9BE2DBD4E73D}"/>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B424BAE2-8101-A990-72AC-8ED4FB636DD7}"/>
              </a:ext>
            </a:extLst>
          </p:cNvPr>
          <p:cNvSpPr>
            <a:spLocks noGrp="1"/>
          </p:cNvSpPr>
          <p:nvPr>
            <p:ph type="sldNum" sz="quarter" idx="12"/>
          </p:nvPr>
        </p:nvSpPr>
        <p:spPr/>
        <p:txBody>
          <a:bodyPr/>
          <a:lstStyle/>
          <a:p>
            <a:fld id="{D23FE6AF-7EC0-4502-9F71-820950EA8DB2}" type="slidenum">
              <a:rPr lang="en-CA" smtClean="0"/>
              <a:t>23</a:t>
            </a:fld>
            <a:endParaRPr lang="en-CA"/>
          </a:p>
        </p:txBody>
      </p:sp>
      <p:grpSp>
        <p:nvGrpSpPr>
          <p:cNvPr id="7" name="Group 140">
            <a:extLst>
              <a:ext uri="{FF2B5EF4-FFF2-40B4-BE49-F238E27FC236}">
                <a16:creationId xmlns:a16="http://schemas.microsoft.com/office/drawing/2014/main" id="{081FD2E2-7C08-DFA1-6A69-13FCFAD2962E}"/>
              </a:ext>
            </a:extLst>
          </p:cNvPr>
          <p:cNvGrpSpPr>
            <a:grpSpLocks/>
          </p:cNvGrpSpPr>
          <p:nvPr/>
        </p:nvGrpSpPr>
        <p:grpSpPr bwMode="auto">
          <a:xfrm>
            <a:off x="2886868" y="1690688"/>
            <a:ext cx="6418263" cy="4303712"/>
            <a:chOff x="676" y="1077"/>
            <a:chExt cx="4043" cy="2711"/>
          </a:xfrm>
        </p:grpSpPr>
        <p:grpSp>
          <p:nvGrpSpPr>
            <p:cNvPr id="8" name="Group 7">
              <a:extLst>
                <a:ext uri="{FF2B5EF4-FFF2-40B4-BE49-F238E27FC236}">
                  <a16:creationId xmlns:a16="http://schemas.microsoft.com/office/drawing/2014/main" id="{C4C1B8D6-2C2B-050D-2403-C25E1D5EB43A}"/>
                </a:ext>
              </a:extLst>
            </p:cNvPr>
            <p:cNvGrpSpPr>
              <a:grpSpLocks/>
            </p:cNvGrpSpPr>
            <p:nvPr/>
          </p:nvGrpSpPr>
          <p:grpSpPr bwMode="auto">
            <a:xfrm>
              <a:off x="4158" y="3400"/>
              <a:ext cx="406" cy="135"/>
              <a:chOff x="4158" y="3400"/>
              <a:chExt cx="406" cy="135"/>
            </a:xfrm>
          </p:grpSpPr>
          <p:sp>
            <p:nvSpPr>
              <p:cNvPr id="141" name="Rectangle 5">
                <a:extLst>
                  <a:ext uri="{FF2B5EF4-FFF2-40B4-BE49-F238E27FC236}">
                    <a16:creationId xmlns:a16="http://schemas.microsoft.com/office/drawing/2014/main" id="{DF0180BC-A761-9409-5283-93B590C6D7DF}"/>
                  </a:ext>
                </a:extLst>
              </p:cNvPr>
              <p:cNvSpPr>
                <a:spLocks noChangeArrowheads="1"/>
              </p:cNvSpPr>
              <p:nvPr/>
            </p:nvSpPr>
            <p:spPr bwMode="auto">
              <a:xfrm>
                <a:off x="4158" y="3413"/>
                <a:ext cx="372"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2" name="Rectangle 6">
                <a:extLst>
                  <a:ext uri="{FF2B5EF4-FFF2-40B4-BE49-F238E27FC236}">
                    <a16:creationId xmlns:a16="http://schemas.microsoft.com/office/drawing/2014/main" id="{17F92101-F915-0B25-9115-A9B236C0A816}"/>
                  </a:ext>
                </a:extLst>
              </p:cNvPr>
              <p:cNvSpPr>
                <a:spLocks noChangeArrowheads="1"/>
              </p:cNvSpPr>
              <p:nvPr/>
            </p:nvSpPr>
            <p:spPr bwMode="auto">
              <a:xfrm>
                <a:off x="4180" y="3400"/>
                <a:ext cx="38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spsr_fiq</a:t>
                </a:r>
              </a:p>
            </p:txBody>
          </p:sp>
        </p:grpSp>
        <p:grpSp>
          <p:nvGrpSpPr>
            <p:cNvPr id="9" name="Group 10">
              <a:extLst>
                <a:ext uri="{FF2B5EF4-FFF2-40B4-BE49-F238E27FC236}">
                  <a16:creationId xmlns:a16="http://schemas.microsoft.com/office/drawing/2014/main" id="{67F1FF4D-4E77-A3C1-DFAD-6B19A99C982F}"/>
                </a:ext>
              </a:extLst>
            </p:cNvPr>
            <p:cNvGrpSpPr>
              <a:grpSpLocks/>
            </p:cNvGrpSpPr>
            <p:nvPr/>
          </p:nvGrpSpPr>
          <p:grpSpPr bwMode="auto">
            <a:xfrm>
              <a:off x="4153" y="3291"/>
              <a:ext cx="373" cy="135"/>
              <a:chOff x="4153" y="3291"/>
              <a:chExt cx="373" cy="135"/>
            </a:xfrm>
          </p:grpSpPr>
          <p:sp>
            <p:nvSpPr>
              <p:cNvPr id="139" name="Rectangle 8">
                <a:extLst>
                  <a:ext uri="{FF2B5EF4-FFF2-40B4-BE49-F238E27FC236}">
                    <a16:creationId xmlns:a16="http://schemas.microsoft.com/office/drawing/2014/main" id="{19F8608C-4E5A-01B2-2BE3-246EE6364C02}"/>
                  </a:ext>
                </a:extLst>
              </p:cNvPr>
              <p:cNvSpPr>
                <a:spLocks noChangeArrowheads="1"/>
              </p:cNvSpPr>
              <p:nvPr/>
            </p:nvSpPr>
            <p:spPr bwMode="auto">
              <a:xfrm>
                <a:off x="4153" y="3303"/>
                <a:ext cx="373" cy="10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0" name="Rectangle 9">
                <a:extLst>
                  <a:ext uri="{FF2B5EF4-FFF2-40B4-BE49-F238E27FC236}">
                    <a16:creationId xmlns:a16="http://schemas.microsoft.com/office/drawing/2014/main" id="{B4453462-9165-5A39-76BE-9DB306796DB7}"/>
                  </a:ext>
                </a:extLst>
              </p:cNvPr>
              <p:cNvSpPr>
                <a:spLocks noChangeArrowheads="1"/>
              </p:cNvSpPr>
              <p:nvPr/>
            </p:nvSpPr>
            <p:spPr bwMode="auto">
              <a:xfrm>
                <a:off x="4225" y="329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10" name="Group 47">
              <a:extLst>
                <a:ext uri="{FF2B5EF4-FFF2-40B4-BE49-F238E27FC236}">
                  <a16:creationId xmlns:a16="http://schemas.microsoft.com/office/drawing/2014/main" id="{FB68FDB3-2C8E-8417-DFA4-75804FA769E2}"/>
                </a:ext>
              </a:extLst>
            </p:cNvPr>
            <p:cNvGrpSpPr>
              <a:grpSpLocks/>
            </p:cNvGrpSpPr>
            <p:nvPr/>
          </p:nvGrpSpPr>
          <p:grpSpPr bwMode="auto">
            <a:xfrm>
              <a:off x="4157" y="1416"/>
              <a:ext cx="373" cy="1767"/>
              <a:chOff x="4157" y="1416"/>
              <a:chExt cx="373" cy="1767"/>
            </a:xfrm>
          </p:grpSpPr>
          <p:sp>
            <p:nvSpPr>
              <p:cNvPr id="103" name="Rectangle 11">
                <a:extLst>
                  <a:ext uri="{FF2B5EF4-FFF2-40B4-BE49-F238E27FC236}">
                    <a16:creationId xmlns:a16="http://schemas.microsoft.com/office/drawing/2014/main" id="{039C531A-AC2B-774A-10F0-467959045247}"/>
                  </a:ext>
                </a:extLst>
              </p:cNvPr>
              <p:cNvSpPr>
                <a:spLocks noChangeArrowheads="1"/>
              </p:cNvSpPr>
              <p:nvPr/>
            </p:nvSpPr>
            <p:spPr bwMode="auto">
              <a:xfrm>
                <a:off x="4158" y="3060"/>
                <a:ext cx="372"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nvGrpSpPr>
              <p:cNvPr id="104" name="Group 28">
                <a:extLst>
                  <a:ext uri="{FF2B5EF4-FFF2-40B4-BE49-F238E27FC236}">
                    <a16:creationId xmlns:a16="http://schemas.microsoft.com/office/drawing/2014/main" id="{E0AD7F93-3D97-53EE-9987-83F58689D54C}"/>
                  </a:ext>
                </a:extLst>
              </p:cNvPr>
              <p:cNvGrpSpPr>
                <a:grpSpLocks/>
              </p:cNvGrpSpPr>
              <p:nvPr/>
            </p:nvGrpSpPr>
            <p:grpSpPr bwMode="auto">
              <a:xfrm>
                <a:off x="4157" y="1416"/>
                <a:ext cx="373" cy="897"/>
                <a:chOff x="4157" y="1416"/>
                <a:chExt cx="373" cy="897"/>
              </a:xfrm>
            </p:grpSpPr>
            <p:sp>
              <p:nvSpPr>
                <p:cNvPr id="123" name="Rectangle 12">
                  <a:extLst>
                    <a:ext uri="{FF2B5EF4-FFF2-40B4-BE49-F238E27FC236}">
                      <a16:creationId xmlns:a16="http://schemas.microsoft.com/office/drawing/2014/main" id="{FF071DC0-EBF6-03D4-58E2-DBCD25570B21}"/>
                    </a:ext>
                  </a:extLst>
                </p:cNvPr>
                <p:cNvSpPr>
                  <a:spLocks noChangeArrowheads="1"/>
                </p:cNvSpPr>
                <p:nvPr/>
              </p:nvSpPr>
              <p:spPr bwMode="auto">
                <a:xfrm>
                  <a:off x="4157" y="2189"/>
                  <a:ext cx="373" cy="10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4" name="Rectangle 13">
                  <a:extLst>
                    <a:ext uri="{FF2B5EF4-FFF2-40B4-BE49-F238E27FC236}">
                      <a16:creationId xmlns:a16="http://schemas.microsoft.com/office/drawing/2014/main" id="{90290416-BA69-DF36-5127-DCB201AD32A0}"/>
                    </a:ext>
                  </a:extLst>
                </p:cNvPr>
                <p:cNvSpPr>
                  <a:spLocks noChangeArrowheads="1"/>
                </p:cNvSpPr>
                <p:nvPr/>
              </p:nvSpPr>
              <p:spPr bwMode="auto">
                <a:xfrm>
                  <a:off x="4157" y="1863"/>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5" name="Rectangle 14">
                  <a:extLst>
                    <a:ext uri="{FF2B5EF4-FFF2-40B4-BE49-F238E27FC236}">
                      <a16:creationId xmlns:a16="http://schemas.microsoft.com/office/drawing/2014/main" id="{533EE7AD-8286-D44D-3572-AEB517ADFF44}"/>
                    </a:ext>
                  </a:extLst>
                </p:cNvPr>
                <p:cNvSpPr>
                  <a:spLocks noChangeArrowheads="1"/>
                </p:cNvSpPr>
                <p:nvPr/>
              </p:nvSpPr>
              <p:spPr bwMode="auto">
                <a:xfrm>
                  <a:off x="4259" y="217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126" name="Rectangle 15">
                  <a:extLst>
                    <a:ext uri="{FF2B5EF4-FFF2-40B4-BE49-F238E27FC236}">
                      <a16:creationId xmlns:a16="http://schemas.microsoft.com/office/drawing/2014/main" id="{4B00CC7A-EA30-8D34-9606-8EB07BCD0E6D}"/>
                    </a:ext>
                  </a:extLst>
                </p:cNvPr>
                <p:cNvSpPr>
                  <a:spLocks noChangeArrowheads="1"/>
                </p:cNvSpPr>
                <p:nvPr/>
              </p:nvSpPr>
              <p:spPr bwMode="auto">
                <a:xfrm>
                  <a:off x="4259" y="185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127" name="Rectangle 16">
                  <a:extLst>
                    <a:ext uri="{FF2B5EF4-FFF2-40B4-BE49-F238E27FC236}">
                      <a16:creationId xmlns:a16="http://schemas.microsoft.com/office/drawing/2014/main" id="{08EC4D98-C047-F948-0516-D85EDAA33D1C}"/>
                    </a:ext>
                  </a:extLst>
                </p:cNvPr>
                <p:cNvSpPr>
                  <a:spLocks noChangeArrowheads="1"/>
                </p:cNvSpPr>
                <p:nvPr/>
              </p:nvSpPr>
              <p:spPr bwMode="auto">
                <a:xfrm>
                  <a:off x="4157" y="1971"/>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8" name="Rectangle 17">
                  <a:extLst>
                    <a:ext uri="{FF2B5EF4-FFF2-40B4-BE49-F238E27FC236}">
                      <a16:creationId xmlns:a16="http://schemas.microsoft.com/office/drawing/2014/main" id="{719512E5-E678-40B5-250D-EAC7CACD5518}"/>
                    </a:ext>
                  </a:extLst>
                </p:cNvPr>
                <p:cNvSpPr>
                  <a:spLocks noChangeArrowheads="1"/>
                </p:cNvSpPr>
                <p:nvPr/>
              </p:nvSpPr>
              <p:spPr bwMode="auto">
                <a:xfrm>
                  <a:off x="4259" y="1960"/>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129" name="Rectangle 18">
                  <a:extLst>
                    <a:ext uri="{FF2B5EF4-FFF2-40B4-BE49-F238E27FC236}">
                      <a16:creationId xmlns:a16="http://schemas.microsoft.com/office/drawing/2014/main" id="{D8BF1A6F-F8FE-10F3-2A58-3D13357890A9}"/>
                    </a:ext>
                  </a:extLst>
                </p:cNvPr>
                <p:cNvSpPr>
                  <a:spLocks noChangeArrowheads="1"/>
                </p:cNvSpPr>
                <p:nvPr/>
              </p:nvSpPr>
              <p:spPr bwMode="auto">
                <a:xfrm>
                  <a:off x="4157" y="2080"/>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0" name="Rectangle 19">
                  <a:extLst>
                    <a:ext uri="{FF2B5EF4-FFF2-40B4-BE49-F238E27FC236}">
                      <a16:creationId xmlns:a16="http://schemas.microsoft.com/office/drawing/2014/main" id="{5F395BF5-576F-8960-7578-EE8EE0B99D5A}"/>
                    </a:ext>
                  </a:extLst>
                </p:cNvPr>
                <p:cNvSpPr>
                  <a:spLocks noChangeArrowheads="1"/>
                </p:cNvSpPr>
                <p:nvPr/>
              </p:nvSpPr>
              <p:spPr bwMode="auto">
                <a:xfrm>
                  <a:off x="4157" y="1645"/>
                  <a:ext cx="373" cy="10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1" name="Rectangle 20">
                  <a:extLst>
                    <a:ext uri="{FF2B5EF4-FFF2-40B4-BE49-F238E27FC236}">
                      <a16:creationId xmlns:a16="http://schemas.microsoft.com/office/drawing/2014/main" id="{DA729F57-4F83-2AF5-4800-BBCBDAFCFC3E}"/>
                    </a:ext>
                  </a:extLst>
                </p:cNvPr>
                <p:cNvSpPr>
                  <a:spLocks noChangeArrowheads="1"/>
                </p:cNvSpPr>
                <p:nvPr/>
              </p:nvSpPr>
              <p:spPr bwMode="auto">
                <a:xfrm>
                  <a:off x="4259" y="163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132" name="Rectangle 21">
                  <a:extLst>
                    <a:ext uri="{FF2B5EF4-FFF2-40B4-BE49-F238E27FC236}">
                      <a16:creationId xmlns:a16="http://schemas.microsoft.com/office/drawing/2014/main" id="{670A5B6F-72CE-6244-6FFD-AE26F405EA77}"/>
                    </a:ext>
                  </a:extLst>
                </p:cNvPr>
                <p:cNvSpPr>
                  <a:spLocks noChangeArrowheads="1"/>
                </p:cNvSpPr>
                <p:nvPr/>
              </p:nvSpPr>
              <p:spPr bwMode="auto">
                <a:xfrm>
                  <a:off x="4157" y="1755"/>
                  <a:ext cx="373"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3" name="Rectangle 22">
                  <a:extLst>
                    <a:ext uri="{FF2B5EF4-FFF2-40B4-BE49-F238E27FC236}">
                      <a16:creationId xmlns:a16="http://schemas.microsoft.com/office/drawing/2014/main" id="{07828E32-7457-C69E-E9E5-4474E1C6EE40}"/>
                    </a:ext>
                  </a:extLst>
                </p:cNvPr>
                <p:cNvSpPr>
                  <a:spLocks noChangeArrowheads="1"/>
                </p:cNvSpPr>
                <p:nvPr/>
              </p:nvSpPr>
              <p:spPr bwMode="auto">
                <a:xfrm>
                  <a:off x="4157" y="1536"/>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4" name="Rectangle 23">
                  <a:extLst>
                    <a:ext uri="{FF2B5EF4-FFF2-40B4-BE49-F238E27FC236}">
                      <a16:creationId xmlns:a16="http://schemas.microsoft.com/office/drawing/2014/main" id="{63A2912E-82B2-90CD-D5E7-D7746A569739}"/>
                    </a:ext>
                  </a:extLst>
                </p:cNvPr>
                <p:cNvSpPr>
                  <a:spLocks noChangeArrowheads="1"/>
                </p:cNvSpPr>
                <p:nvPr/>
              </p:nvSpPr>
              <p:spPr bwMode="auto">
                <a:xfrm>
                  <a:off x="4259" y="153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135" name="Rectangle 24">
                  <a:extLst>
                    <a:ext uri="{FF2B5EF4-FFF2-40B4-BE49-F238E27FC236}">
                      <a16:creationId xmlns:a16="http://schemas.microsoft.com/office/drawing/2014/main" id="{ACA04E51-5CA9-5F9E-A107-1E4A89F780D9}"/>
                    </a:ext>
                  </a:extLst>
                </p:cNvPr>
                <p:cNvSpPr>
                  <a:spLocks noChangeArrowheads="1"/>
                </p:cNvSpPr>
                <p:nvPr/>
              </p:nvSpPr>
              <p:spPr bwMode="auto">
                <a:xfrm>
                  <a:off x="4157" y="1427"/>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36" name="Rectangle 25">
                  <a:extLst>
                    <a:ext uri="{FF2B5EF4-FFF2-40B4-BE49-F238E27FC236}">
                      <a16:creationId xmlns:a16="http://schemas.microsoft.com/office/drawing/2014/main" id="{199E0AAE-8778-DDD6-9C2C-3DDD8ABEDAF7}"/>
                    </a:ext>
                  </a:extLst>
                </p:cNvPr>
                <p:cNvSpPr>
                  <a:spLocks noChangeArrowheads="1"/>
                </p:cNvSpPr>
                <p:nvPr/>
              </p:nvSpPr>
              <p:spPr bwMode="auto">
                <a:xfrm>
                  <a:off x="4259" y="14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137" name="Rectangle 26">
                  <a:extLst>
                    <a:ext uri="{FF2B5EF4-FFF2-40B4-BE49-F238E27FC236}">
                      <a16:creationId xmlns:a16="http://schemas.microsoft.com/office/drawing/2014/main" id="{F1016D9D-C627-60AF-EC96-A1236744D339}"/>
                    </a:ext>
                  </a:extLst>
                </p:cNvPr>
                <p:cNvSpPr>
                  <a:spLocks noChangeArrowheads="1"/>
                </p:cNvSpPr>
                <p:nvPr/>
              </p:nvSpPr>
              <p:spPr bwMode="auto">
                <a:xfrm>
                  <a:off x="4259" y="174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138" name="Rectangle 27">
                  <a:extLst>
                    <a:ext uri="{FF2B5EF4-FFF2-40B4-BE49-F238E27FC236}">
                      <a16:creationId xmlns:a16="http://schemas.microsoft.com/office/drawing/2014/main" id="{4EAFFB20-1EC1-CF2C-A038-1388058CF8C0}"/>
                    </a:ext>
                  </a:extLst>
                </p:cNvPr>
                <p:cNvSpPr>
                  <a:spLocks noChangeArrowheads="1"/>
                </p:cNvSpPr>
                <p:nvPr/>
              </p:nvSpPr>
              <p:spPr bwMode="auto">
                <a:xfrm>
                  <a:off x="4259" y="206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nvGrpSpPr>
              <p:cNvPr id="105" name="Group 31">
                <a:extLst>
                  <a:ext uri="{FF2B5EF4-FFF2-40B4-BE49-F238E27FC236}">
                    <a16:creationId xmlns:a16="http://schemas.microsoft.com/office/drawing/2014/main" id="{42AE09CE-686C-EBEC-03A9-66E24F10D8EF}"/>
                  </a:ext>
                </a:extLst>
              </p:cNvPr>
              <p:cNvGrpSpPr>
                <a:grpSpLocks/>
              </p:cNvGrpSpPr>
              <p:nvPr/>
            </p:nvGrpSpPr>
            <p:grpSpPr bwMode="auto">
              <a:xfrm>
                <a:off x="4157" y="3048"/>
                <a:ext cx="373" cy="135"/>
                <a:chOff x="4157" y="3048"/>
                <a:chExt cx="373" cy="135"/>
              </a:xfrm>
            </p:grpSpPr>
            <p:sp>
              <p:nvSpPr>
                <p:cNvPr id="121" name="Rectangle 29">
                  <a:extLst>
                    <a:ext uri="{FF2B5EF4-FFF2-40B4-BE49-F238E27FC236}">
                      <a16:creationId xmlns:a16="http://schemas.microsoft.com/office/drawing/2014/main" id="{83F68761-D4DF-5215-81F6-BCF74EA09CAE}"/>
                    </a:ext>
                  </a:extLst>
                </p:cNvPr>
                <p:cNvSpPr>
                  <a:spLocks noChangeArrowheads="1"/>
                </p:cNvSpPr>
                <p:nvPr/>
              </p:nvSpPr>
              <p:spPr bwMode="auto">
                <a:xfrm>
                  <a:off x="4157" y="3060"/>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2" name="Rectangle 30">
                  <a:extLst>
                    <a:ext uri="{FF2B5EF4-FFF2-40B4-BE49-F238E27FC236}">
                      <a16:creationId xmlns:a16="http://schemas.microsoft.com/office/drawing/2014/main" id="{5EAFABFB-49B8-A6AD-114D-274A91BE41B9}"/>
                    </a:ext>
                  </a:extLst>
                </p:cNvPr>
                <p:cNvSpPr>
                  <a:spLocks noChangeArrowheads="1"/>
                </p:cNvSpPr>
                <p:nvPr/>
              </p:nvSpPr>
              <p:spPr bwMode="auto">
                <a:xfrm>
                  <a:off x="4175" y="3048"/>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106" name="Group 46">
                <a:extLst>
                  <a:ext uri="{FF2B5EF4-FFF2-40B4-BE49-F238E27FC236}">
                    <a16:creationId xmlns:a16="http://schemas.microsoft.com/office/drawing/2014/main" id="{4157B885-6D1F-FB42-7DD5-5CC3E1E56373}"/>
                  </a:ext>
                </a:extLst>
              </p:cNvPr>
              <p:cNvGrpSpPr>
                <a:grpSpLocks/>
              </p:cNvGrpSpPr>
              <p:nvPr/>
            </p:nvGrpSpPr>
            <p:grpSpPr bwMode="auto">
              <a:xfrm>
                <a:off x="4158" y="2283"/>
                <a:ext cx="372" cy="787"/>
                <a:chOff x="4158" y="2283"/>
                <a:chExt cx="372" cy="787"/>
              </a:xfrm>
            </p:grpSpPr>
            <p:sp>
              <p:nvSpPr>
                <p:cNvPr id="107" name="Rectangle 32">
                  <a:extLst>
                    <a:ext uri="{FF2B5EF4-FFF2-40B4-BE49-F238E27FC236}">
                      <a16:creationId xmlns:a16="http://schemas.microsoft.com/office/drawing/2014/main" id="{1D26E788-3142-1287-A74F-1F0514DA98F2}"/>
                    </a:ext>
                  </a:extLst>
                </p:cNvPr>
                <p:cNvSpPr>
                  <a:spLocks noChangeArrowheads="1"/>
                </p:cNvSpPr>
                <p:nvPr/>
              </p:nvSpPr>
              <p:spPr bwMode="auto">
                <a:xfrm>
                  <a:off x="4158" y="2947"/>
                  <a:ext cx="372"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8" name="Rectangle 33">
                  <a:extLst>
                    <a:ext uri="{FF2B5EF4-FFF2-40B4-BE49-F238E27FC236}">
                      <a16:creationId xmlns:a16="http://schemas.microsoft.com/office/drawing/2014/main" id="{0E98C207-D1F6-015C-C350-C1535C925E22}"/>
                    </a:ext>
                  </a:extLst>
                </p:cNvPr>
                <p:cNvSpPr>
                  <a:spLocks noChangeArrowheads="1"/>
                </p:cNvSpPr>
                <p:nvPr/>
              </p:nvSpPr>
              <p:spPr bwMode="auto">
                <a:xfrm>
                  <a:off x="4158" y="2839"/>
                  <a:ext cx="372"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9" name="Rectangle 34">
                  <a:extLst>
                    <a:ext uri="{FF2B5EF4-FFF2-40B4-BE49-F238E27FC236}">
                      <a16:creationId xmlns:a16="http://schemas.microsoft.com/office/drawing/2014/main" id="{046D85A4-1C7C-F45C-814A-CDE393ABE4E9}"/>
                    </a:ext>
                  </a:extLst>
                </p:cNvPr>
                <p:cNvSpPr>
                  <a:spLocks noChangeArrowheads="1"/>
                </p:cNvSpPr>
                <p:nvPr/>
              </p:nvSpPr>
              <p:spPr bwMode="auto">
                <a:xfrm>
                  <a:off x="4181" y="2935"/>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r14_fiq</a:t>
                  </a:r>
                </a:p>
              </p:txBody>
            </p:sp>
            <p:sp>
              <p:nvSpPr>
                <p:cNvPr id="110" name="Rectangle 35">
                  <a:extLst>
                    <a:ext uri="{FF2B5EF4-FFF2-40B4-BE49-F238E27FC236}">
                      <a16:creationId xmlns:a16="http://schemas.microsoft.com/office/drawing/2014/main" id="{A8C54980-31F8-94F9-A97F-5EBCF3B7CB12}"/>
                    </a:ext>
                  </a:extLst>
                </p:cNvPr>
                <p:cNvSpPr>
                  <a:spLocks noChangeArrowheads="1"/>
                </p:cNvSpPr>
                <p:nvPr/>
              </p:nvSpPr>
              <p:spPr bwMode="auto">
                <a:xfrm>
                  <a:off x="4158" y="2730"/>
                  <a:ext cx="372"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1" name="Rectangle 36">
                  <a:extLst>
                    <a:ext uri="{FF2B5EF4-FFF2-40B4-BE49-F238E27FC236}">
                      <a16:creationId xmlns:a16="http://schemas.microsoft.com/office/drawing/2014/main" id="{A8E8073E-20A3-5F2B-880A-61B0E63E26E5}"/>
                    </a:ext>
                  </a:extLst>
                </p:cNvPr>
                <p:cNvSpPr>
                  <a:spLocks noChangeArrowheads="1"/>
                </p:cNvSpPr>
                <p:nvPr/>
              </p:nvSpPr>
              <p:spPr bwMode="auto">
                <a:xfrm>
                  <a:off x="4181" y="2827"/>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r13_fiq</a:t>
                  </a:r>
                </a:p>
              </p:txBody>
            </p:sp>
            <p:sp>
              <p:nvSpPr>
                <p:cNvPr id="112" name="Rectangle 37">
                  <a:extLst>
                    <a:ext uri="{FF2B5EF4-FFF2-40B4-BE49-F238E27FC236}">
                      <a16:creationId xmlns:a16="http://schemas.microsoft.com/office/drawing/2014/main" id="{060548A2-FDBD-BE9F-A45D-68637E41BDFA}"/>
                    </a:ext>
                  </a:extLst>
                </p:cNvPr>
                <p:cNvSpPr>
                  <a:spLocks noChangeArrowheads="1"/>
                </p:cNvSpPr>
                <p:nvPr/>
              </p:nvSpPr>
              <p:spPr bwMode="auto">
                <a:xfrm>
                  <a:off x="4158" y="2621"/>
                  <a:ext cx="372"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 name="Rectangle 38">
                  <a:extLst>
                    <a:ext uri="{FF2B5EF4-FFF2-40B4-BE49-F238E27FC236}">
                      <a16:creationId xmlns:a16="http://schemas.microsoft.com/office/drawing/2014/main" id="{F6D5ECDF-5364-BABA-CDF2-BA7206B5E458}"/>
                    </a:ext>
                  </a:extLst>
                </p:cNvPr>
                <p:cNvSpPr>
                  <a:spLocks noChangeArrowheads="1"/>
                </p:cNvSpPr>
                <p:nvPr/>
              </p:nvSpPr>
              <p:spPr bwMode="auto">
                <a:xfrm>
                  <a:off x="4181" y="2718"/>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r12_fiq</a:t>
                  </a:r>
                </a:p>
              </p:txBody>
            </p:sp>
            <p:sp>
              <p:nvSpPr>
                <p:cNvPr id="114" name="Rectangle 39">
                  <a:extLst>
                    <a:ext uri="{FF2B5EF4-FFF2-40B4-BE49-F238E27FC236}">
                      <a16:creationId xmlns:a16="http://schemas.microsoft.com/office/drawing/2014/main" id="{F503BDB6-2DA4-73B0-59D8-28563BD7B086}"/>
                    </a:ext>
                  </a:extLst>
                </p:cNvPr>
                <p:cNvSpPr>
                  <a:spLocks noChangeArrowheads="1"/>
                </p:cNvSpPr>
                <p:nvPr/>
              </p:nvSpPr>
              <p:spPr bwMode="auto">
                <a:xfrm>
                  <a:off x="4158" y="2512"/>
                  <a:ext cx="372"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5" name="Rectangle 40">
                  <a:extLst>
                    <a:ext uri="{FF2B5EF4-FFF2-40B4-BE49-F238E27FC236}">
                      <a16:creationId xmlns:a16="http://schemas.microsoft.com/office/drawing/2014/main" id="{F4317995-906E-5DA3-EC8E-95F5151A57E6}"/>
                    </a:ext>
                  </a:extLst>
                </p:cNvPr>
                <p:cNvSpPr>
                  <a:spLocks noChangeArrowheads="1"/>
                </p:cNvSpPr>
                <p:nvPr/>
              </p:nvSpPr>
              <p:spPr bwMode="auto">
                <a:xfrm>
                  <a:off x="4181" y="2499"/>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r10_fiq</a:t>
                  </a:r>
                </a:p>
              </p:txBody>
            </p:sp>
            <p:sp>
              <p:nvSpPr>
                <p:cNvPr id="116" name="Rectangle 41">
                  <a:extLst>
                    <a:ext uri="{FF2B5EF4-FFF2-40B4-BE49-F238E27FC236}">
                      <a16:creationId xmlns:a16="http://schemas.microsoft.com/office/drawing/2014/main" id="{2A9A30EB-F86B-799A-8F9C-389102047AE0}"/>
                    </a:ext>
                  </a:extLst>
                </p:cNvPr>
                <p:cNvSpPr>
                  <a:spLocks noChangeArrowheads="1"/>
                </p:cNvSpPr>
                <p:nvPr/>
              </p:nvSpPr>
              <p:spPr bwMode="auto">
                <a:xfrm>
                  <a:off x="4158" y="2403"/>
                  <a:ext cx="372"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7" name="Rectangle 42">
                  <a:extLst>
                    <a:ext uri="{FF2B5EF4-FFF2-40B4-BE49-F238E27FC236}">
                      <a16:creationId xmlns:a16="http://schemas.microsoft.com/office/drawing/2014/main" id="{F0DDEAA6-4FA2-41C9-F5DE-6B1FA2DF1222}"/>
                    </a:ext>
                  </a:extLst>
                </p:cNvPr>
                <p:cNvSpPr>
                  <a:spLocks noChangeArrowheads="1"/>
                </p:cNvSpPr>
                <p:nvPr/>
              </p:nvSpPr>
              <p:spPr bwMode="auto">
                <a:xfrm>
                  <a:off x="4181" y="2608"/>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r11_fiq</a:t>
                  </a:r>
                </a:p>
              </p:txBody>
            </p:sp>
            <p:sp>
              <p:nvSpPr>
                <p:cNvPr id="118" name="Rectangle 43">
                  <a:extLst>
                    <a:ext uri="{FF2B5EF4-FFF2-40B4-BE49-F238E27FC236}">
                      <a16:creationId xmlns:a16="http://schemas.microsoft.com/office/drawing/2014/main" id="{BC5D633D-836B-B90C-2054-A06188D53B80}"/>
                    </a:ext>
                  </a:extLst>
                </p:cNvPr>
                <p:cNvSpPr>
                  <a:spLocks noChangeArrowheads="1"/>
                </p:cNvSpPr>
                <p:nvPr/>
              </p:nvSpPr>
              <p:spPr bwMode="auto">
                <a:xfrm>
                  <a:off x="4158" y="2295"/>
                  <a:ext cx="372"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9" name="Rectangle 44">
                  <a:extLst>
                    <a:ext uri="{FF2B5EF4-FFF2-40B4-BE49-F238E27FC236}">
                      <a16:creationId xmlns:a16="http://schemas.microsoft.com/office/drawing/2014/main" id="{BC73DBA2-1277-E383-3B63-73B77ABA3F9B}"/>
                    </a:ext>
                  </a:extLst>
                </p:cNvPr>
                <p:cNvSpPr>
                  <a:spLocks noChangeArrowheads="1"/>
                </p:cNvSpPr>
                <p:nvPr/>
              </p:nvSpPr>
              <p:spPr bwMode="auto">
                <a:xfrm>
                  <a:off x="4199" y="2391"/>
                  <a:ext cx="29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r9_fiq</a:t>
                  </a:r>
                </a:p>
              </p:txBody>
            </p:sp>
            <p:sp>
              <p:nvSpPr>
                <p:cNvPr id="120" name="Rectangle 45">
                  <a:extLst>
                    <a:ext uri="{FF2B5EF4-FFF2-40B4-BE49-F238E27FC236}">
                      <a16:creationId xmlns:a16="http://schemas.microsoft.com/office/drawing/2014/main" id="{F568C471-D4DA-054A-C4E7-30BE4A00690E}"/>
                    </a:ext>
                  </a:extLst>
                </p:cNvPr>
                <p:cNvSpPr>
                  <a:spLocks noChangeArrowheads="1"/>
                </p:cNvSpPr>
                <p:nvPr/>
              </p:nvSpPr>
              <p:spPr bwMode="auto">
                <a:xfrm>
                  <a:off x="4199" y="2283"/>
                  <a:ext cx="29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r8_fiq</a:t>
                  </a:r>
                </a:p>
              </p:txBody>
            </p:sp>
          </p:grpSp>
        </p:grpSp>
        <p:grpSp>
          <p:nvGrpSpPr>
            <p:cNvPr id="11" name="Group 62">
              <a:extLst>
                <a:ext uri="{FF2B5EF4-FFF2-40B4-BE49-F238E27FC236}">
                  <a16:creationId xmlns:a16="http://schemas.microsoft.com/office/drawing/2014/main" id="{2CF4A481-D0CF-600A-80C7-4901DE8FEB0F}"/>
                </a:ext>
              </a:extLst>
            </p:cNvPr>
            <p:cNvGrpSpPr>
              <a:grpSpLocks/>
            </p:cNvGrpSpPr>
            <p:nvPr/>
          </p:nvGrpSpPr>
          <p:grpSpPr bwMode="auto">
            <a:xfrm>
              <a:off x="3357" y="2295"/>
              <a:ext cx="373" cy="787"/>
              <a:chOff x="3357" y="2295"/>
              <a:chExt cx="373" cy="787"/>
            </a:xfrm>
          </p:grpSpPr>
          <p:sp>
            <p:nvSpPr>
              <p:cNvPr id="89" name="Rectangle 48">
                <a:extLst>
                  <a:ext uri="{FF2B5EF4-FFF2-40B4-BE49-F238E27FC236}">
                    <a16:creationId xmlns:a16="http://schemas.microsoft.com/office/drawing/2014/main" id="{DD112425-CC1B-CE57-6584-3A05C923442A}"/>
                  </a:ext>
                </a:extLst>
              </p:cNvPr>
              <p:cNvSpPr>
                <a:spLocks noChangeArrowheads="1"/>
              </p:cNvSpPr>
              <p:nvPr/>
            </p:nvSpPr>
            <p:spPr bwMode="auto">
              <a:xfrm>
                <a:off x="3357" y="2959"/>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0" name="Rectangle 49">
                <a:extLst>
                  <a:ext uri="{FF2B5EF4-FFF2-40B4-BE49-F238E27FC236}">
                    <a16:creationId xmlns:a16="http://schemas.microsoft.com/office/drawing/2014/main" id="{1520D244-DC1A-58F8-4349-142D5D8DD21A}"/>
                  </a:ext>
                </a:extLst>
              </p:cNvPr>
              <p:cNvSpPr>
                <a:spLocks noChangeArrowheads="1"/>
              </p:cNvSpPr>
              <p:nvPr/>
            </p:nvSpPr>
            <p:spPr bwMode="auto">
              <a:xfrm>
                <a:off x="3357" y="2851"/>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1" name="Rectangle 50">
                <a:extLst>
                  <a:ext uri="{FF2B5EF4-FFF2-40B4-BE49-F238E27FC236}">
                    <a16:creationId xmlns:a16="http://schemas.microsoft.com/office/drawing/2014/main" id="{8FE60138-DF7F-AC53-85CC-F1A08FCFA932}"/>
                  </a:ext>
                </a:extLst>
              </p:cNvPr>
              <p:cNvSpPr>
                <a:spLocks noChangeArrowheads="1"/>
              </p:cNvSpPr>
              <p:nvPr/>
            </p:nvSpPr>
            <p:spPr bwMode="auto">
              <a:xfrm>
                <a:off x="3383" y="2947"/>
                <a:ext cx="32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 (lr)</a:t>
                </a:r>
              </a:p>
            </p:txBody>
          </p:sp>
          <p:sp>
            <p:nvSpPr>
              <p:cNvPr id="92" name="Rectangle 51">
                <a:extLst>
                  <a:ext uri="{FF2B5EF4-FFF2-40B4-BE49-F238E27FC236}">
                    <a16:creationId xmlns:a16="http://schemas.microsoft.com/office/drawing/2014/main" id="{703D8697-F473-5819-C8C0-F6AF203CD353}"/>
                  </a:ext>
                </a:extLst>
              </p:cNvPr>
              <p:cNvSpPr>
                <a:spLocks noChangeArrowheads="1"/>
              </p:cNvSpPr>
              <p:nvPr/>
            </p:nvSpPr>
            <p:spPr bwMode="auto">
              <a:xfrm>
                <a:off x="3383" y="2839"/>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 (sp)</a:t>
                </a:r>
              </a:p>
            </p:txBody>
          </p:sp>
          <p:sp>
            <p:nvSpPr>
              <p:cNvPr id="93" name="Rectangle 52">
                <a:extLst>
                  <a:ext uri="{FF2B5EF4-FFF2-40B4-BE49-F238E27FC236}">
                    <a16:creationId xmlns:a16="http://schemas.microsoft.com/office/drawing/2014/main" id="{A71CEFAA-9F06-BBF5-B303-D1C244F231CD}"/>
                  </a:ext>
                </a:extLst>
              </p:cNvPr>
              <p:cNvSpPr>
                <a:spLocks noChangeArrowheads="1"/>
              </p:cNvSpPr>
              <p:nvPr/>
            </p:nvSpPr>
            <p:spPr bwMode="auto">
              <a:xfrm>
                <a:off x="3357" y="2742"/>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4" name="Rectangle 53">
                <a:extLst>
                  <a:ext uri="{FF2B5EF4-FFF2-40B4-BE49-F238E27FC236}">
                    <a16:creationId xmlns:a16="http://schemas.microsoft.com/office/drawing/2014/main" id="{CAC32091-3695-E6E5-3278-E0ABAD81F788}"/>
                  </a:ext>
                </a:extLst>
              </p:cNvPr>
              <p:cNvSpPr>
                <a:spLocks noChangeArrowheads="1"/>
              </p:cNvSpPr>
              <p:nvPr/>
            </p:nvSpPr>
            <p:spPr bwMode="auto">
              <a:xfrm>
                <a:off x="3357" y="2633"/>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5" name="Rectangle 54">
                <a:extLst>
                  <a:ext uri="{FF2B5EF4-FFF2-40B4-BE49-F238E27FC236}">
                    <a16:creationId xmlns:a16="http://schemas.microsoft.com/office/drawing/2014/main" id="{DFAA2F7A-3EAB-B241-9864-DCAA851FC828}"/>
                  </a:ext>
                </a:extLst>
              </p:cNvPr>
              <p:cNvSpPr>
                <a:spLocks noChangeArrowheads="1"/>
              </p:cNvSpPr>
              <p:nvPr/>
            </p:nvSpPr>
            <p:spPr bwMode="auto">
              <a:xfrm>
                <a:off x="3441" y="273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96" name="Rectangle 55">
                <a:extLst>
                  <a:ext uri="{FF2B5EF4-FFF2-40B4-BE49-F238E27FC236}">
                    <a16:creationId xmlns:a16="http://schemas.microsoft.com/office/drawing/2014/main" id="{52F91FA5-D809-B1E1-EAB6-FB93EF8EFF3B}"/>
                  </a:ext>
                </a:extLst>
              </p:cNvPr>
              <p:cNvSpPr>
                <a:spLocks noChangeArrowheads="1"/>
              </p:cNvSpPr>
              <p:nvPr/>
            </p:nvSpPr>
            <p:spPr bwMode="auto">
              <a:xfrm>
                <a:off x="3357" y="2524"/>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7" name="Rectangle 56">
                <a:extLst>
                  <a:ext uri="{FF2B5EF4-FFF2-40B4-BE49-F238E27FC236}">
                    <a16:creationId xmlns:a16="http://schemas.microsoft.com/office/drawing/2014/main" id="{E3A77DBB-0B2C-E729-1D6B-896B36A32D2F}"/>
                  </a:ext>
                </a:extLst>
              </p:cNvPr>
              <p:cNvSpPr>
                <a:spLocks noChangeArrowheads="1"/>
              </p:cNvSpPr>
              <p:nvPr/>
            </p:nvSpPr>
            <p:spPr bwMode="auto">
              <a:xfrm>
                <a:off x="3441" y="2511"/>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98" name="Rectangle 57">
                <a:extLst>
                  <a:ext uri="{FF2B5EF4-FFF2-40B4-BE49-F238E27FC236}">
                    <a16:creationId xmlns:a16="http://schemas.microsoft.com/office/drawing/2014/main" id="{4B9E56DC-293F-5350-2199-A12E4930442E}"/>
                  </a:ext>
                </a:extLst>
              </p:cNvPr>
              <p:cNvSpPr>
                <a:spLocks noChangeArrowheads="1"/>
              </p:cNvSpPr>
              <p:nvPr/>
            </p:nvSpPr>
            <p:spPr bwMode="auto">
              <a:xfrm>
                <a:off x="3357" y="2415"/>
                <a:ext cx="373" cy="1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9" name="Rectangle 58">
                <a:extLst>
                  <a:ext uri="{FF2B5EF4-FFF2-40B4-BE49-F238E27FC236}">
                    <a16:creationId xmlns:a16="http://schemas.microsoft.com/office/drawing/2014/main" id="{53D836C9-D1D1-6CC8-65FD-7587C226B319}"/>
                  </a:ext>
                </a:extLst>
              </p:cNvPr>
              <p:cNvSpPr>
                <a:spLocks noChangeArrowheads="1"/>
              </p:cNvSpPr>
              <p:nvPr/>
            </p:nvSpPr>
            <p:spPr bwMode="auto">
              <a:xfrm>
                <a:off x="3441" y="2620"/>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100" name="Rectangle 59">
                <a:extLst>
                  <a:ext uri="{FF2B5EF4-FFF2-40B4-BE49-F238E27FC236}">
                    <a16:creationId xmlns:a16="http://schemas.microsoft.com/office/drawing/2014/main" id="{E73204E1-DB21-AE9B-0ECF-A087DBBFE28A}"/>
                  </a:ext>
                </a:extLst>
              </p:cNvPr>
              <p:cNvSpPr>
                <a:spLocks noChangeArrowheads="1"/>
              </p:cNvSpPr>
              <p:nvPr/>
            </p:nvSpPr>
            <p:spPr bwMode="auto">
              <a:xfrm>
                <a:off x="3357" y="2307"/>
                <a:ext cx="373" cy="1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1" name="Rectangle 60">
                <a:extLst>
                  <a:ext uri="{FF2B5EF4-FFF2-40B4-BE49-F238E27FC236}">
                    <a16:creationId xmlns:a16="http://schemas.microsoft.com/office/drawing/2014/main" id="{B7C0FBF2-FE76-C5FF-C0DB-07872A4E8190}"/>
                  </a:ext>
                </a:extLst>
              </p:cNvPr>
              <p:cNvSpPr>
                <a:spLocks noChangeArrowheads="1"/>
              </p:cNvSpPr>
              <p:nvPr/>
            </p:nvSpPr>
            <p:spPr bwMode="auto">
              <a:xfrm>
                <a:off x="3459" y="2403"/>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102" name="Rectangle 61">
                <a:extLst>
                  <a:ext uri="{FF2B5EF4-FFF2-40B4-BE49-F238E27FC236}">
                    <a16:creationId xmlns:a16="http://schemas.microsoft.com/office/drawing/2014/main" id="{55D9D808-3418-DC71-E59B-8F6BA73B750D}"/>
                  </a:ext>
                </a:extLst>
              </p:cNvPr>
              <p:cNvSpPr>
                <a:spLocks noChangeArrowheads="1"/>
              </p:cNvSpPr>
              <p:nvPr/>
            </p:nvSpPr>
            <p:spPr bwMode="auto">
              <a:xfrm>
                <a:off x="3459" y="229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sp>
          <p:nvSpPr>
            <p:cNvPr id="12" name="Rectangle 63">
              <a:extLst>
                <a:ext uri="{FF2B5EF4-FFF2-40B4-BE49-F238E27FC236}">
                  <a16:creationId xmlns:a16="http://schemas.microsoft.com/office/drawing/2014/main" id="{D286FF18-EDA0-57EF-C2C7-5DF166F47E13}"/>
                </a:ext>
              </a:extLst>
            </p:cNvPr>
            <p:cNvSpPr>
              <a:spLocks noChangeArrowheads="1"/>
            </p:cNvSpPr>
            <p:nvPr/>
          </p:nvSpPr>
          <p:spPr bwMode="auto">
            <a:xfrm>
              <a:off x="1725" y="3626"/>
              <a:ext cx="1927"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pPr algn="ctr"/>
              <a:r>
                <a:rPr lang="en-US" altLang="en-US" sz="1200"/>
                <a:t>User mode CPSR copied to FIQ mode SPSR</a:t>
              </a:r>
            </a:p>
          </p:txBody>
        </p:sp>
        <p:sp>
          <p:nvSpPr>
            <p:cNvPr id="13" name="Line 64">
              <a:extLst>
                <a:ext uri="{FF2B5EF4-FFF2-40B4-BE49-F238E27FC236}">
                  <a16:creationId xmlns:a16="http://schemas.microsoft.com/office/drawing/2014/main" id="{C0855FE2-376B-568E-C2C3-CED29AA820B2}"/>
                </a:ext>
              </a:extLst>
            </p:cNvPr>
            <p:cNvSpPr>
              <a:spLocks noChangeShapeType="1"/>
            </p:cNvSpPr>
            <p:nvPr/>
          </p:nvSpPr>
          <p:spPr bwMode="auto">
            <a:xfrm>
              <a:off x="1131" y="3469"/>
              <a:ext cx="551" cy="234"/>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4" name="Line 65">
              <a:extLst>
                <a:ext uri="{FF2B5EF4-FFF2-40B4-BE49-F238E27FC236}">
                  <a16:creationId xmlns:a16="http://schemas.microsoft.com/office/drawing/2014/main" id="{F4A6DA5C-01CC-C6EF-24A4-CA2B715F1C55}"/>
                </a:ext>
              </a:extLst>
            </p:cNvPr>
            <p:cNvSpPr>
              <a:spLocks noChangeShapeType="1"/>
            </p:cNvSpPr>
            <p:nvPr/>
          </p:nvSpPr>
          <p:spPr bwMode="auto">
            <a:xfrm flipV="1">
              <a:off x="3653" y="3485"/>
              <a:ext cx="431" cy="21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5" name="Group 120">
              <a:extLst>
                <a:ext uri="{FF2B5EF4-FFF2-40B4-BE49-F238E27FC236}">
                  <a16:creationId xmlns:a16="http://schemas.microsoft.com/office/drawing/2014/main" id="{0BBEE9BE-3CE6-6DF2-CA63-FA6636CF257F}"/>
                </a:ext>
              </a:extLst>
            </p:cNvPr>
            <p:cNvGrpSpPr>
              <a:grpSpLocks/>
            </p:cNvGrpSpPr>
            <p:nvPr/>
          </p:nvGrpSpPr>
          <p:grpSpPr bwMode="auto">
            <a:xfrm>
              <a:off x="857" y="1416"/>
              <a:ext cx="1186" cy="2010"/>
              <a:chOff x="857" y="1416"/>
              <a:chExt cx="1186" cy="2010"/>
            </a:xfrm>
          </p:grpSpPr>
          <p:grpSp>
            <p:nvGrpSpPr>
              <p:cNvPr id="35" name="Group 68">
                <a:extLst>
                  <a:ext uri="{FF2B5EF4-FFF2-40B4-BE49-F238E27FC236}">
                    <a16:creationId xmlns:a16="http://schemas.microsoft.com/office/drawing/2014/main" id="{B7FB49EA-E3B1-4700-048D-25DD2F2F3C27}"/>
                  </a:ext>
                </a:extLst>
              </p:cNvPr>
              <p:cNvGrpSpPr>
                <a:grpSpLocks/>
              </p:cNvGrpSpPr>
              <p:nvPr/>
            </p:nvGrpSpPr>
            <p:grpSpPr bwMode="auto">
              <a:xfrm>
                <a:off x="857" y="3291"/>
                <a:ext cx="374" cy="135"/>
                <a:chOff x="857" y="3291"/>
                <a:chExt cx="374" cy="135"/>
              </a:xfrm>
            </p:grpSpPr>
            <p:sp>
              <p:nvSpPr>
                <p:cNvPr id="87" name="Rectangle 66">
                  <a:extLst>
                    <a:ext uri="{FF2B5EF4-FFF2-40B4-BE49-F238E27FC236}">
                      <a16:creationId xmlns:a16="http://schemas.microsoft.com/office/drawing/2014/main" id="{C02A089C-EA4F-2381-8784-9363F7CA8874}"/>
                    </a:ext>
                  </a:extLst>
                </p:cNvPr>
                <p:cNvSpPr>
                  <a:spLocks noChangeArrowheads="1"/>
                </p:cNvSpPr>
                <p:nvPr/>
              </p:nvSpPr>
              <p:spPr bwMode="auto">
                <a:xfrm>
                  <a:off x="857" y="3303"/>
                  <a:ext cx="374" cy="10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8" name="Rectangle 67">
                  <a:extLst>
                    <a:ext uri="{FF2B5EF4-FFF2-40B4-BE49-F238E27FC236}">
                      <a16:creationId xmlns:a16="http://schemas.microsoft.com/office/drawing/2014/main" id="{34F3C832-9546-A309-5AA0-3129B5EA05AC}"/>
                    </a:ext>
                  </a:extLst>
                </p:cNvPr>
                <p:cNvSpPr>
                  <a:spLocks noChangeArrowheads="1"/>
                </p:cNvSpPr>
                <p:nvPr/>
              </p:nvSpPr>
              <p:spPr bwMode="auto">
                <a:xfrm>
                  <a:off x="929" y="3291"/>
                  <a:ext cx="2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cpsr</a:t>
                  </a:r>
                </a:p>
              </p:txBody>
            </p:sp>
          </p:grpSp>
          <p:grpSp>
            <p:nvGrpSpPr>
              <p:cNvPr id="36" name="Group 104">
                <a:extLst>
                  <a:ext uri="{FF2B5EF4-FFF2-40B4-BE49-F238E27FC236}">
                    <a16:creationId xmlns:a16="http://schemas.microsoft.com/office/drawing/2014/main" id="{C4A3F3B7-62C9-7895-5A42-3C30B7566000}"/>
                  </a:ext>
                </a:extLst>
              </p:cNvPr>
              <p:cNvGrpSpPr>
                <a:grpSpLocks/>
              </p:cNvGrpSpPr>
              <p:nvPr/>
            </p:nvGrpSpPr>
            <p:grpSpPr bwMode="auto">
              <a:xfrm>
                <a:off x="857" y="1416"/>
                <a:ext cx="374" cy="1767"/>
                <a:chOff x="857" y="1416"/>
                <a:chExt cx="374" cy="1767"/>
              </a:xfrm>
            </p:grpSpPr>
            <p:grpSp>
              <p:nvGrpSpPr>
                <p:cNvPr id="52" name="Group 71">
                  <a:extLst>
                    <a:ext uri="{FF2B5EF4-FFF2-40B4-BE49-F238E27FC236}">
                      <a16:creationId xmlns:a16="http://schemas.microsoft.com/office/drawing/2014/main" id="{CFF2B1DE-F93E-17AD-200C-FE824DB011F2}"/>
                    </a:ext>
                  </a:extLst>
                </p:cNvPr>
                <p:cNvGrpSpPr>
                  <a:grpSpLocks/>
                </p:cNvGrpSpPr>
                <p:nvPr/>
              </p:nvGrpSpPr>
              <p:grpSpPr bwMode="auto">
                <a:xfrm>
                  <a:off x="857" y="3048"/>
                  <a:ext cx="374" cy="135"/>
                  <a:chOff x="857" y="3048"/>
                  <a:chExt cx="374" cy="135"/>
                </a:xfrm>
              </p:grpSpPr>
              <p:sp>
                <p:nvSpPr>
                  <p:cNvPr id="85" name="Rectangle 69">
                    <a:extLst>
                      <a:ext uri="{FF2B5EF4-FFF2-40B4-BE49-F238E27FC236}">
                        <a16:creationId xmlns:a16="http://schemas.microsoft.com/office/drawing/2014/main" id="{D1974D4C-5E93-E9F0-7F9D-4F3B9CEF6A79}"/>
                      </a:ext>
                    </a:extLst>
                  </p:cNvPr>
                  <p:cNvSpPr>
                    <a:spLocks noChangeArrowheads="1"/>
                  </p:cNvSpPr>
                  <p:nvPr/>
                </p:nvSpPr>
                <p:spPr bwMode="auto">
                  <a:xfrm>
                    <a:off x="857" y="3060"/>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6" name="Rectangle 70">
                    <a:extLst>
                      <a:ext uri="{FF2B5EF4-FFF2-40B4-BE49-F238E27FC236}">
                        <a16:creationId xmlns:a16="http://schemas.microsoft.com/office/drawing/2014/main" id="{1EB58FB8-92BB-FCF1-4703-17DCCE56200C}"/>
                      </a:ext>
                    </a:extLst>
                  </p:cNvPr>
                  <p:cNvSpPr>
                    <a:spLocks noChangeArrowheads="1"/>
                  </p:cNvSpPr>
                  <p:nvPr/>
                </p:nvSpPr>
                <p:spPr bwMode="auto">
                  <a:xfrm>
                    <a:off x="875" y="3048"/>
                    <a:ext cx="3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r15 (pc)</a:t>
                    </a:r>
                  </a:p>
                </p:txBody>
              </p:sp>
            </p:grpSp>
            <p:grpSp>
              <p:nvGrpSpPr>
                <p:cNvPr id="53" name="Group 86">
                  <a:extLst>
                    <a:ext uri="{FF2B5EF4-FFF2-40B4-BE49-F238E27FC236}">
                      <a16:creationId xmlns:a16="http://schemas.microsoft.com/office/drawing/2014/main" id="{C8126A4E-E839-706F-F81D-624C1CFA258A}"/>
                    </a:ext>
                  </a:extLst>
                </p:cNvPr>
                <p:cNvGrpSpPr>
                  <a:grpSpLocks/>
                </p:cNvGrpSpPr>
                <p:nvPr/>
              </p:nvGrpSpPr>
              <p:grpSpPr bwMode="auto">
                <a:xfrm>
                  <a:off x="857" y="2287"/>
                  <a:ext cx="374" cy="787"/>
                  <a:chOff x="857" y="2287"/>
                  <a:chExt cx="374" cy="787"/>
                </a:xfrm>
              </p:grpSpPr>
              <p:sp>
                <p:nvSpPr>
                  <p:cNvPr id="71" name="Rectangle 72">
                    <a:extLst>
                      <a:ext uri="{FF2B5EF4-FFF2-40B4-BE49-F238E27FC236}">
                        <a16:creationId xmlns:a16="http://schemas.microsoft.com/office/drawing/2014/main" id="{0091EE85-B1C3-9404-A210-3FCEF1C90156}"/>
                      </a:ext>
                    </a:extLst>
                  </p:cNvPr>
                  <p:cNvSpPr>
                    <a:spLocks noChangeArrowheads="1"/>
                  </p:cNvSpPr>
                  <p:nvPr/>
                </p:nvSpPr>
                <p:spPr bwMode="auto">
                  <a:xfrm>
                    <a:off x="857" y="2951"/>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2" name="Rectangle 73">
                    <a:extLst>
                      <a:ext uri="{FF2B5EF4-FFF2-40B4-BE49-F238E27FC236}">
                        <a16:creationId xmlns:a16="http://schemas.microsoft.com/office/drawing/2014/main" id="{233A7CE5-0086-5856-2ECC-A2864D6E2F6C}"/>
                      </a:ext>
                    </a:extLst>
                  </p:cNvPr>
                  <p:cNvSpPr>
                    <a:spLocks noChangeArrowheads="1"/>
                  </p:cNvSpPr>
                  <p:nvPr/>
                </p:nvSpPr>
                <p:spPr bwMode="auto">
                  <a:xfrm>
                    <a:off x="857" y="2843"/>
                    <a:ext cx="374"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3" name="Rectangle 74">
                    <a:extLst>
                      <a:ext uri="{FF2B5EF4-FFF2-40B4-BE49-F238E27FC236}">
                        <a16:creationId xmlns:a16="http://schemas.microsoft.com/office/drawing/2014/main" id="{2D391C90-38B4-A38A-53E4-80F2747E6471}"/>
                      </a:ext>
                    </a:extLst>
                  </p:cNvPr>
                  <p:cNvSpPr>
                    <a:spLocks noChangeArrowheads="1"/>
                  </p:cNvSpPr>
                  <p:nvPr/>
                </p:nvSpPr>
                <p:spPr bwMode="auto">
                  <a:xfrm>
                    <a:off x="883" y="2939"/>
                    <a:ext cx="32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r14 (lr)</a:t>
                    </a:r>
                  </a:p>
                </p:txBody>
              </p:sp>
              <p:sp>
                <p:nvSpPr>
                  <p:cNvPr id="74" name="Rectangle 75">
                    <a:extLst>
                      <a:ext uri="{FF2B5EF4-FFF2-40B4-BE49-F238E27FC236}">
                        <a16:creationId xmlns:a16="http://schemas.microsoft.com/office/drawing/2014/main" id="{F8F68F05-4D16-AF1F-B3DA-C12943FB33C1}"/>
                      </a:ext>
                    </a:extLst>
                  </p:cNvPr>
                  <p:cNvSpPr>
                    <a:spLocks noChangeArrowheads="1"/>
                  </p:cNvSpPr>
                  <p:nvPr/>
                </p:nvSpPr>
                <p:spPr bwMode="auto">
                  <a:xfrm>
                    <a:off x="883" y="2831"/>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r13 (sp)</a:t>
                    </a:r>
                  </a:p>
                </p:txBody>
              </p:sp>
              <p:sp>
                <p:nvSpPr>
                  <p:cNvPr id="75" name="Rectangle 76">
                    <a:extLst>
                      <a:ext uri="{FF2B5EF4-FFF2-40B4-BE49-F238E27FC236}">
                        <a16:creationId xmlns:a16="http://schemas.microsoft.com/office/drawing/2014/main" id="{CCF67331-B1CB-DF6A-4DFB-3549C3B7C95D}"/>
                      </a:ext>
                    </a:extLst>
                  </p:cNvPr>
                  <p:cNvSpPr>
                    <a:spLocks noChangeArrowheads="1"/>
                  </p:cNvSpPr>
                  <p:nvPr/>
                </p:nvSpPr>
                <p:spPr bwMode="auto">
                  <a:xfrm>
                    <a:off x="857" y="2734"/>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6" name="Rectangle 77">
                    <a:extLst>
                      <a:ext uri="{FF2B5EF4-FFF2-40B4-BE49-F238E27FC236}">
                        <a16:creationId xmlns:a16="http://schemas.microsoft.com/office/drawing/2014/main" id="{FFF6916F-96B1-6744-F642-90F799B10925}"/>
                      </a:ext>
                    </a:extLst>
                  </p:cNvPr>
                  <p:cNvSpPr>
                    <a:spLocks noChangeArrowheads="1"/>
                  </p:cNvSpPr>
                  <p:nvPr/>
                </p:nvSpPr>
                <p:spPr bwMode="auto">
                  <a:xfrm>
                    <a:off x="857" y="2625"/>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7" name="Rectangle 78">
                    <a:extLst>
                      <a:ext uri="{FF2B5EF4-FFF2-40B4-BE49-F238E27FC236}">
                        <a16:creationId xmlns:a16="http://schemas.microsoft.com/office/drawing/2014/main" id="{12CA18AE-CB51-63E0-1F56-30026A19C4D4}"/>
                      </a:ext>
                    </a:extLst>
                  </p:cNvPr>
                  <p:cNvSpPr>
                    <a:spLocks noChangeArrowheads="1"/>
                  </p:cNvSpPr>
                  <p:nvPr/>
                </p:nvSpPr>
                <p:spPr bwMode="auto">
                  <a:xfrm>
                    <a:off x="941" y="2722"/>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r12</a:t>
                    </a:r>
                  </a:p>
                </p:txBody>
              </p:sp>
              <p:sp>
                <p:nvSpPr>
                  <p:cNvPr id="78" name="Rectangle 79">
                    <a:extLst>
                      <a:ext uri="{FF2B5EF4-FFF2-40B4-BE49-F238E27FC236}">
                        <a16:creationId xmlns:a16="http://schemas.microsoft.com/office/drawing/2014/main" id="{760B18BC-8E0F-1F3B-8B11-0D5C2F8FFCD2}"/>
                      </a:ext>
                    </a:extLst>
                  </p:cNvPr>
                  <p:cNvSpPr>
                    <a:spLocks noChangeArrowheads="1"/>
                  </p:cNvSpPr>
                  <p:nvPr/>
                </p:nvSpPr>
                <p:spPr bwMode="auto">
                  <a:xfrm>
                    <a:off x="857" y="2516"/>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79" name="Rectangle 80">
                    <a:extLst>
                      <a:ext uri="{FF2B5EF4-FFF2-40B4-BE49-F238E27FC236}">
                        <a16:creationId xmlns:a16="http://schemas.microsoft.com/office/drawing/2014/main" id="{492948EB-1231-D72D-311C-DB99EE98BBD2}"/>
                      </a:ext>
                    </a:extLst>
                  </p:cNvPr>
                  <p:cNvSpPr>
                    <a:spLocks noChangeArrowheads="1"/>
                  </p:cNvSpPr>
                  <p:nvPr/>
                </p:nvSpPr>
                <p:spPr bwMode="auto">
                  <a:xfrm>
                    <a:off x="941" y="2503"/>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r10</a:t>
                    </a:r>
                  </a:p>
                </p:txBody>
              </p:sp>
              <p:sp>
                <p:nvSpPr>
                  <p:cNvPr id="80" name="Rectangle 81">
                    <a:extLst>
                      <a:ext uri="{FF2B5EF4-FFF2-40B4-BE49-F238E27FC236}">
                        <a16:creationId xmlns:a16="http://schemas.microsoft.com/office/drawing/2014/main" id="{901BAEEC-ED32-73A6-C513-25ACED948E1C}"/>
                      </a:ext>
                    </a:extLst>
                  </p:cNvPr>
                  <p:cNvSpPr>
                    <a:spLocks noChangeArrowheads="1"/>
                  </p:cNvSpPr>
                  <p:nvPr/>
                </p:nvSpPr>
                <p:spPr bwMode="auto">
                  <a:xfrm>
                    <a:off x="857" y="2407"/>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1" name="Rectangle 82">
                    <a:extLst>
                      <a:ext uri="{FF2B5EF4-FFF2-40B4-BE49-F238E27FC236}">
                        <a16:creationId xmlns:a16="http://schemas.microsoft.com/office/drawing/2014/main" id="{BBC45E46-C7EA-0A5C-3A39-DBD575499C40}"/>
                      </a:ext>
                    </a:extLst>
                  </p:cNvPr>
                  <p:cNvSpPr>
                    <a:spLocks noChangeArrowheads="1"/>
                  </p:cNvSpPr>
                  <p:nvPr/>
                </p:nvSpPr>
                <p:spPr bwMode="auto">
                  <a:xfrm>
                    <a:off x="941" y="2612"/>
                    <a:ext cx="21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r11</a:t>
                    </a:r>
                  </a:p>
                </p:txBody>
              </p:sp>
              <p:sp>
                <p:nvSpPr>
                  <p:cNvPr id="82" name="Rectangle 83">
                    <a:extLst>
                      <a:ext uri="{FF2B5EF4-FFF2-40B4-BE49-F238E27FC236}">
                        <a16:creationId xmlns:a16="http://schemas.microsoft.com/office/drawing/2014/main" id="{CF8DB7EF-2F4B-FD98-C4D3-5B9D99AECD26}"/>
                      </a:ext>
                    </a:extLst>
                  </p:cNvPr>
                  <p:cNvSpPr>
                    <a:spLocks noChangeArrowheads="1"/>
                  </p:cNvSpPr>
                  <p:nvPr/>
                </p:nvSpPr>
                <p:spPr bwMode="auto">
                  <a:xfrm>
                    <a:off x="857" y="2299"/>
                    <a:ext cx="374"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3" name="Rectangle 84">
                    <a:extLst>
                      <a:ext uri="{FF2B5EF4-FFF2-40B4-BE49-F238E27FC236}">
                        <a16:creationId xmlns:a16="http://schemas.microsoft.com/office/drawing/2014/main" id="{9788C59E-5E71-3DA4-3210-4A3353BB450F}"/>
                      </a:ext>
                    </a:extLst>
                  </p:cNvPr>
                  <p:cNvSpPr>
                    <a:spLocks noChangeArrowheads="1"/>
                  </p:cNvSpPr>
                  <p:nvPr/>
                </p:nvSpPr>
                <p:spPr bwMode="auto">
                  <a:xfrm>
                    <a:off x="959" y="2395"/>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r9</a:t>
                    </a:r>
                  </a:p>
                </p:txBody>
              </p:sp>
              <p:sp>
                <p:nvSpPr>
                  <p:cNvPr id="84" name="Rectangle 85">
                    <a:extLst>
                      <a:ext uri="{FF2B5EF4-FFF2-40B4-BE49-F238E27FC236}">
                        <a16:creationId xmlns:a16="http://schemas.microsoft.com/office/drawing/2014/main" id="{82985C9A-FC7E-02E9-650E-F18DBB268FE2}"/>
                      </a:ext>
                    </a:extLst>
                  </p:cNvPr>
                  <p:cNvSpPr>
                    <a:spLocks noChangeArrowheads="1"/>
                  </p:cNvSpPr>
                  <p:nvPr/>
                </p:nvSpPr>
                <p:spPr bwMode="auto">
                  <a:xfrm>
                    <a:off x="959" y="228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r8</a:t>
                    </a:r>
                  </a:p>
                </p:txBody>
              </p:sp>
            </p:grpSp>
            <p:grpSp>
              <p:nvGrpSpPr>
                <p:cNvPr id="54" name="Group 103">
                  <a:extLst>
                    <a:ext uri="{FF2B5EF4-FFF2-40B4-BE49-F238E27FC236}">
                      <a16:creationId xmlns:a16="http://schemas.microsoft.com/office/drawing/2014/main" id="{97450C96-DC42-E2D2-2216-A33EA1E4A015}"/>
                    </a:ext>
                  </a:extLst>
                </p:cNvPr>
                <p:cNvGrpSpPr>
                  <a:grpSpLocks/>
                </p:cNvGrpSpPr>
                <p:nvPr/>
              </p:nvGrpSpPr>
              <p:grpSpPr bwMode="auto">
                <a:xfrm>
                  <a:off x="857" y="1416"/>
                  <a:ext cx="374" cy="897"/>
                  <a:chOff x="857" y="1416"/>
                  <a:chExt cx="374" cy="897"/>
                </a:xfrm>
              </p:grpSpPr>
              <p:sp>
                <p:nvSpPr>
                  <p:cNvPr id="55" name="Rectangle 87">
                    <a:extLst>
                      <a:ext uri="{FF2B5EF4-FFF2-40B4-BE49-F238E27FC236}">
                        <a16:creationId xmlns:a16="http://schemas.microsoft.com/office/drawing/2014/main" id="{298868B0-B3BA-8783-AFE6-E547359B6252}"/>
                      </a:ext>
                    </a:extLst>
                  </p:cNvPr>
                  <p:cNvSpPr>
                    <a:spLocks noChangeArrowheads="1"/>
                  </p:cNvSpPr>
                  <p:nvPr/>
                </p:nvSpPr>
                <p:spPr bwMode="auto">
                  <a:xfrm>
                    <a:off x="857" y="2189"/>
                    <a:ext cx="374" cy="10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6" name="Rectangle 88">
                    <a:extLst>
                      <a:ext uri="{FF2B5EF4-FFF2-40B4-BE49-F238E27FC236}">
                        <a16:creationId xmlns:a16="http://schemas.microsoft.com/office/drawing/2014/main" id="{C47FDAEF-B0A8-31CB-020B-E1873E526173}"/>
                      </a:ext>
                    </a:extLst>
                  </p:cNvPr>
                  <p:cNvSpPr>
                    <a:spLocks noChangeArrowheads="1"/>
                  </p:cNvSpPr>
                  <p:nvPr/>
                </p:nvSpPr>
                <p:spPr bwMode="auto">
                  <a:xfrm>
                    <a:off x="857" y="1863"/>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7" name="Rectangle 89">
                    <a:extLst>
                      <a:ext uri="{FF2B5EF4-FFF2-40B4-BE49-F238E27FC236}">
                        <a16:creationId xmlns:a16="http://schemas.microsoft.com/office/drawing/2014/main" id="{0CA42BED-41B2-CE19-DE4D-A46917CE0581}"/>
                      </a:ext>
                    </a:extLst>
                  </p:cNvPr>
                  <p:cNvSpPr>
                    <a:spLocks noChangeArrowheads="1"/>
                  </p:cNvSpPr>
                  <p:nvPr/>
                </p:nvSpPr>
                <p:spPr bwMode="auto">
                  <a:xfrm>
                    <a:off x="959" y="217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r7</a:t>
                    </a:r>
                  </a:p>
                </p:txBody>
              </p:sp>
              <p:sp>
                <p:nvSpPr>
                  <p:cNvPr id="58" name="Rectangle 90">
                    <a:extLst>
                      <a:ext uri="{FF2B5EF4-FFF2-40B4-BE49-F238E27FC236}">
                        <a16:creationId xmlns:a16="http://schemas.microsoft.com/office/drawing/2014/main" id="{B6FCE209-0245-EF96-1EEE-B5463A19E0A2}"/>
                      </a:ext>
                    </a:extLst>
                  </p:cNvPr>
                  <p:cNvSpPr>
                    <a:spLocks noChangeArrowheads="1"/>
                  </p:cNvSpPr>
                  <p:nvPr/>
                </p:nvSpPr>
                <p:spPr bwMode="auto">
                  <a:xfrm>
                    <a:off x="959" y="1857"/>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r4</a:t>
                    </a:r>
                  </a:p>
                </p:txBody>
              </p:sp>
              <p:sp>
                <p:nvSpPr>
                  <p:cNvPr id="59" name="Rectangle 91">
                    <a:extLst>
                      <a:ext uri="{FF2B5EF4-FFF2-40B4-BE49-F238E27FC236}">
                        <a16:creationId xmlns:a16="http://schemas.microsoft.com/office/drawing/2014/main" id="{69E29550-32DE-FD80-84FA-23B3F0939093}"/>
                      </a:ext>
                    </a:extLst>
                  </p:cNvPr>
                  <p:cNvSpPr>
                    <a:spLocks noChangeArrowheads="1"/>
                  </p:cNvSpPr>
                  <p:nvPr/>
                </p:nvSpPr>
                <p:spPr bwMode="auto">
                  <a:xfrm>
                    <a:off x="857" y="1971"/>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0" name="Rectangle 92">
                    <a:extLst>
                      <a:ext uri="{FF2B5EF4-FFF2-40B4-BE49-F238E27FC236}">
                        <a16:creationId xmlns:a16="http://schemas.microsoft.com/office/drawing/2014/main" id="{7365BCB4-D040-ABB6-9284-9A87CF6C44C1}"/>
                      </a:ext>
                    </a:extLst>
                  </p:cNvPr>
                  <p:cNvSpPr>
                    <a:spLocks noChangeArrowheads="1"/>
                  </p:cNvSpPr>
                  <p:nvPr/>
                </p:nvSpPr>
                <p:spPr bwMode="auto">
                  <a:xfrm>
                    <a:off x="959" y="1960"/>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r5</a:t>
                    </a:r>
                  </a:p>
                </p:txBody>
              </p:sp>
              <p:sp>
                <p:nvSpPr>
                  <p:cNvPr id="61" name="Rectangle 93">
                    <a:extLst>
                      <a:ext uri="{FF2B5EF4-FFF2-40B4-BE49-F238E27FC236}">
                        <a16:creationId xmlns:a16="http://schemas.microsoft.com/office/drawing/2014/main" id="{82D6DD85-BEF4-EA1C-0B2C-C196C1DA748F}"/>
                      </a:ext>
                    </a:extLst>
                  </p:cNvPr>
                  <p:cNvSpPr>
                    <a:spLocks noChangeArrowheads="1"/>
                  </p:cNvSpPr>
                  <p:nvPr/>
                </p:nvSpPr>
                <p:spPr bwMode="auto">
                  <a:xfrm>
                    <a:off x="857" y="2080"/>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2" name="Rectangle 94">
                    <a:extLst>
                      <a:ext uri="{FF2B5EF4-FFF2-40B4-BE49-F238E27FC236}">
                        <a16:creationId xmlns:a16="http://schemas.microsoft.com/office/drawing/2014/main" id="{F8163EA3-F4CB-78CA-0856-95BA0595E4AC}"/>
                      </a:ext>
                    </a:extLst>
                  </p:cNvPr>
                  <p:cNvSpPr>
                    <a:spLocks noChangeArrowheads="1"/>
                  </p:cNvSpPr>
                  <p:nvPr/>
                </p:nvSpPr>
                <p:spPr bwMode="auto">
                  <a:xfrm>
                    <a:off x="857" y="1645"/>
                    <a:ext cx="374" cy="102"/>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3" name="Rectangle 95">
                    <a:extLst>
                      <a:ext uri="{FF2B5EF4-FFF2-40B4-BE49-F238E27FC236}">
                        <a16:creationId xmlns:a16="http://schemas.microsoft.com/office/drawing/2014/main" id="{31A568F2-9AE6-BED2-A727-F2D23F9CE02C}"/>
                      </a:ext>
                    </a:extLst>
                  </p:cNvPr>
                  <p:cNvSpPr>
                    <a:spLocks noChangeArrowheads="1"/>
                  </p:cNvSpPr>
                  <p:nvPr/>
                </p:nvSpPr>
                <p:spPr bwMode="auto">
                  <a:xfrm>
                    <a:off x="959" y="1634"/>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r2</a:t>
                    </a:r>
                  </a:p>
                </p:txBody>
              </p:sp>
              <p:sp>
                <p:nvSpPr>
                  <p:cNvPr id="64" name="Rectangle 96">
                    <a:extLst>
                      <a:ext uri="{FF2B5EF4-FFF2-40B4-BE49-F238E27FC236}">
                        <a16:creationId xmlns:a16="http://schemas.microsoft.com/office/drawing/2014/main" id="{6693733F-9318-FC6E-4CA2-E15DB4B882A7}"/>
                      </a:ext>
                    </a:extLst>
                  </p:cNvPr>
                  <p:cNvSpPr>
                    <a:spLocks noChangeArrowheads="1"/>
                  </p:cNvSpPr>
                  <p:nvPr/>
                </p:nvSpPr>
                <p:spPr bwMode="auto">
                  <a:xfrm>
                    <a:off x="857" y="1755"/>
                    <a:ext cx="374"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5" name="Rectangle 97">
                    <a:extLst>
                      <a:ext uri="{FF2B5EF4-FFF2-40B4-BE49-F238E27FC236}">
                        <a16:creationId xmlns:a16="http://schemas.microsoft.com/office/drawing/2014/main" id="{8F13EBC4-6F41-8F04-9AD7-042E7C0285F5}"/>
                      </a:ext>
                    </a:extLst>
                  </p:cNvPr>
                  <p:cNvSpPr>
                    <a:spLocks noChangeArrowheads="1"/>
                  </p:cNvSpPr>
                  <p:nvPr/>
                </p:nvSpPr>
                <p:spPr bwMode="auto">
                  <a:xfrm>
                    <a:off x="857" y="1536"/>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6" name="Rectangle 98">
                    <a:extLst>
                      <a:ext uri="{FF2B5EF4-FFF2-40B4-BE49-F238E27FC236}">
                        <a16:creationId xmlns:a16="http://schemas.microsoft.com/office/drawing/2014/main" id="{35653754-69F8-0884-70EE-9C37A3AC4C05}"/>
                      </a:ext>
                    </a:extLst>
                  </p:cNvPr>
                  <p:cNvSpPr>
                    <a:spLocks noChangeArrowheads="1"/>
                  </p:cNvSpPr>
                  <p:nvPr/>
                </p:nvSpPr>
                <p:spPr bwMode="auto">
                  <a:xfrm>
                    <a:off x="959" y="1531"/>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r1</a:t>
                    </a:r>
                  </a:p>
                </p:txBody>
              </p:sp>
              <p:sp>
                <p:nvSpPr>
                  <p:cNvPr id="67" name="Rectangle 99">
                    <a:extLst>
                      <a:ext uri="{FF2B5EF4-FFF2-40B4-BE49-F238E27FC236}">
                        <a16:creationId xmlns:a16="http://schemas.microsoft.com/office/drawing/2014/main" id="{55666DC3-9465-AAD7-145C-9D25445839B8}"/>
                      </a:ext>
                    </a:extLst>
                  </p:cNvPr>
                  <p:cNvSpPr>
                    <a:spLocks noChangeArrowheads="1"/>
                  </p:cNvSpPr>
                  <p:nvPr/>
                </p:nvSpPr>
                <p:spPr bwMode="auto">
                  <a:xfrm>
                    <a:off x="857" y="1427"/>
                    <a:ext cx="374"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8" name="Rectangle 100">
                    <a:extLst>
                      <a:ext uri="{FF2B5EF4-FFF2-40B4-BE49-F238E27FC236}">
                        <a16:creationId xmlns:a16="http://schemas.microsoft.com/office/drawing/2014/main" id="{FE505748-A8C6-9407-10FF-E420E9CA119A}"/>
                      </a:ext>
                    </a:extLst>
                  </p:cNvPr>
                  <p:cNvSpPr>
                    <a:spLocks noChangeArrowheads="1"/>
                  </p:cNvSpPr>
                  <p:nvPr/>
                </p:nvSpPr>
                <p:spPr bwMode="auto">
                  <a:xfrm>
                    <a:off x="959" y="1416"/>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r0</a:t>
                    </a:r>
                  </a:p>
                </p:txBody>
              </p:sp>
              <p:sp>
                <p:nvSpPr>
                  <p:cNvPr id="69" name="Rectangle 101">
                    <a:extLst>
                      <a:ext uri="{FF2B5EF4-FFF2-40B4-BE49-F238E27FC236}">
                        <a16:creationId xmlns:a16="http://schemas.microsoft.com/office/drawing/2014/main" id="{AFB7A7C9-58B7-8F5A-CC43-17EEB80081CD}"/>
                      </a:ext>
                    </a:extLst>
                  </p:cNvPr>
                  <p:cNvSpPr>
                    <a:spLocks noChangeArrowheads="1"/>
                  </p:cNvSpPr>
                  <p:nvPr/>
                </p:nvSpPr>
                <p:spPr bwMode="auto">
                  <a:xfrm>
                    <a:off x="959" y="1749"/>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r3</a:t>
                    </a:r>
                  </a:p>
                </p:txBody>
              </p:sp>
              <p:sp>
                <p:nvSpPr>
                  <p:cNvPr id="70" name="Rectangle 102">
                    <a:extLst>
                      <a:ext uri="{FF2B5EF4-FFF2-40B4-BE49-F238E27FC236}">
                        <a16:creationId xmlns:a16="http://schemas.microsoft.com/office/drawing/2014/main" id="{556C8F29-2FB1-0527-6C4F-33497B14EEF5}"/>
                      </a:ext>
                    </a:extLst>
                  </p:cNvPr>
                  <p:cNvSpPr>
                    <a:spLocks noChangeArrowheads="1"/>
                  </p:cNvSpPr>
                  <p:nvPr/>
                </p:nvSpPr>
                <p:spPr bwMode="auto">
                  <a:xfrm>
                    <a:off x="959" y="2068"/>
                    <a:ext cx="17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r6</a:t>
                    </a:r>
                  </a:p>
                </p:txBody>
              </p:sp>
            </p:grpSp>
          </p:grpSp>
          <p:grpSp>
            <p:nvGrpSpPr>
              <p:cNvPr id="37" name="Group 119">
                <a:extLst>
                  <a:ext uri="{FF2B5EF4-FFF2-40B4-BE49-F238E27FC236}">
                    <a16:creationId xmlns:a16="http://schemas.microsoft.com/office/drawing/2014/main" id="{0D1EAC2A-7111-7EB0-ED6B-4645834D9B8B}"/>
                  </a:ext>
                </a:extLst>
              </p:cNvPr>
              <p:cNvGrpSpPr>
                <a:grpSpLocks/>
              </p:cNvGrpSpPr>
              <p:nvPr/>
            </p:nvGrpSpPr>
            <p:grpSpPr bwMode="auto">
              <a:xfrm>
                <a:off x="1670" y="2295"/>
                <a:ext cx="373" cy="787"/>
                <a:chOff x="1670" y="2295"/>
                <a:chExt cx="373" cy="787"/>
              </a:xfrm>
            </p:grpSpPr>
            <p:sp>
              <p:nvSpPr>
                <p:cNvPr id="38" name="Rectangle 105">
                  <a:extLst>
                    <a:ext uri="{FF2B5EF4-FFF2-40B4-BE49-F238E27FC236}">
                      <a16:creationId xmlns:a16="http://schemas.microsoft.com/office/drawing/2014/main" id="{642C0399-6A61-1043-585E-9A40254E9B12}"/>
                    </a:ext>
                  </a:extLst>
                </p:cNvPr>
                <p:cNvSpPr>
                  <a:spLocks noChangeArrowheads="1"/>
                </p:cNvSpPr>
                <p:nvPr/>
              </p:nvSpPr>
              <p:spPr bwMode="auto">
                <a:xfrm>
                  <a:off x="1670" y="2959"/>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9" name="Rectangle 106">
                  <a:extLst>
                    <a:ext uri="{FF2B5EF4-FFF2-40B4-BE49-F238E27FC236}">
                      <a16:creationId xmlns:a16="http://schemas.microsoft.com/office/drawing/2014/main" id="{016A039E-2162-3D7E-438C-AC740BD5C6F2}"/>
                    </a:ext>
                  </a:extLst>
                </p:cNvPr>
                <p:cNvSpPr>
                  <a:spLocks noChangeArrowheads="1"/>
                </p:cNvSpPr>
                <p:nvPr/>
              </p:nvSpPr>
              <p:spPr bwMode="auto">
                <a:xfrm>
                  <a:off x="1670" y="2851"/>
                  <a:ext cx="373"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0" name="Rectangle 107">
                  <a:extLst>
                    <a:ext uri="{FF2B5EF4-FFF2-40B4-BE49-F238E27FC236}">
                      <a16:creationId xmlns:a16="http://schemas.microsoft.com/office/drawing/2014/main" id="{F5DFD540-1ADC-7A8F-CEBA-7DEAED810E23}"/>
                    </a:ext>
                  </a:extLst>
                </p:cNvPr>
                <p:cNvSpPr>
                  <a:spLocks noChangeArrowheads="1"/>
                </p:cNvSpPr>
                <p:nvPr/>
              </p:nvSpPr>
              <p:spPr bwMode="auto">
                <a:xfrm>
                  <a:off x="1693" y="2947"/>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r14_fiq</a:t>
                  </a:r>
                </a:p>
              </p:txBody>
            </p:sp>
            <p:sp>
              <p:nvSpPr>
                <p:cNvPr id="41" name="Rectangle 108">
                  <a:extLst>
                    <a:ext uri="{FF2B5EF4-FFF2-40B4-BE49-F238E27FC236}">
                      <a16:creationId xmlns:a16="http://schemas.microsoft.com/office/drawing/2014/main" id="{A3AA55A7-C9FA-284E-6A58-5F0A781F6BEA}"/>
                    </a:ext>
                  </a:extLst>
                </p:cNvPr>
                <p:cNvSpPr>
                  <a:spLocks noChangeArrowheads="1"/>
                </p:cNvSpPr>
                <p:nvPr/>
              </p:nvSpPr>
              <p:spPr bwMode="auto">
                <a:xfrm>
                  <a:off x="1670" y="2742"/>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2" name="Rectangle 109">
                  <a:extLst>
                    <a:ext uri="{FF2B5EF4-FFF2-40B4-BE49-F238E27FC236}">
                      <a16:creationId xmlns:a16="http://schemas.microsoft.com/office/drawing/2014/main" id="{C0E94987-02B6-031C-7678-52EFB4BDFFE1}"/>
                    </a:ext>
                  </a:extLst>
                </p:cNvPr>
                <p:cNvSpPr>
                  <a:spLocks noChangeArrowheads="1"/>
                </p:cNvSpPr>
                <p:nvPr/>
              </p:nvSpPr>
              <p:spPr bwMode="auto">
                <a:xfrm>
                  <a:off x="1693" y="2839"/>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r13_fiq</a:t>
                  </a:r>
                </a:p>
              </p:txBody>
            </p:sp>
            <p:sp>
              <p:nvSpPr>
                <p:cNvPr id="43" name="Rectangle 110">
                  <a:extLst>
                    <a:ext uri="{FF2B5EF4-FFF2-40B4-BE49-F238E27FC236}">
                      <a16:creationId xmlns:a16="http://schemas.microsoft.com/office/drawing/2014/main" id="{514BF26B-5F84-6DFA-8B99-30864883CB80}"/>
                    </a:ext>
                  </a:extLst>
                </p:cNvPr>
                <p:cNvSpPr>
                  <a:spLocks noChangeArrowheads="1"/>
                </p:cNvSpPr>
                <p:nvPr/>
              </p:nvSpPr>
              <p:spPr bwMode="auto">
                <a:xfrm>
                  <a:off x="1670" y="2633"/>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4" name="Rectangle 111">
                  <a:extLst>
                    <a:ext uri="{FF2B5EF4-FFF2-40B4-BE49-F238E27FC236}">
                      <a16:creationId xmlns:a16="http://schemas.microsoft.com/office/drawing/2014/main" id="{AE0D3097-253D-33CA-3E31-09AFBC594721}"/>
                    </a:ext>
                  </a:extLst>
                </p:cNvPr>
                <p:cNvSpPr>
                  <a:spLocks noChangeArrowheads="1"/>
                </p:cNvSpPr>
                <p:nvPr/>
              </p:nvSpPr>
              <p:spPr bwMode="auto">
                <a:xfrm>
                  <a:off x="1693" y="2730"/>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r12_fiq</a:t>
                  </a:r>
                </a:p>
              </p:txBody>
            </p:sp>
            <p:sp>
              <p:nvSpPr>
                <p:cNvPr id="45" name="Rectangle 112">
                  <a:extLst>
                    <a:ext uri="{FF2B5EF4-FFF2-40B4-BE49-F238E27FC236}">
                      <a16:creationId xmlns:a16="http://schemas.microsoft.com/office/drawing/2014/main" id="{C4A66E5A-20AB-12CC-2EA6-58353BE4F877}"/>
                    </a:ext>
                  </a:extLst>
                </p:cNvPr>
                <p:cNvSpPr>
                  <a:spLocks noChangeArrowheads="1"/>
                </p:cNvSpPr>
                <p:nvPr/>
              </p:nvSpPr>
              <p:spPr bwMode="auto">
                <a:xfrm>
                  <a:off x="1670" y="2524"/>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6" name="Rectangle 113">
                  <a:extLst>
                    <a:ext uri="{FF2B5EF4-FFF2-40B4-BE49-F238E27FC236}">
                      <a16:creationId xmlns:a16="http://schemas.microsoft.com/office/drawing/2014/main" id="{0BEC8EE1-8A51-17B2-BAB5-B97BF8CD5E8E}"/>
                    </a:ext>
                  </a:extLst>
                </p:cNvPr>
                <p:cNvSpPr>
                  <a:spLocks noChangeArrowheads="1"/>
                </p:cNvSpPr>
                <p:nvPr/>
              </p:nvSpPr>
              <p:spPr bwMode="auto">
                <a:xfrm>
                  <a:off x="1693" y="2511"/>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r10_fiq</a:t>
                  </a:r>
                </a:p>
              </p:txBody>
            </p:sp>
            <p:sp>
              <p:nvSpPr>
                <p:cNvPr id="47" name="Rectangle 114">
                  <a:extLst>
                    <a:ext uri="{FF2B5EF4-FFF2-40B4-BE49-F238E27FC236}">
                      <a16:creationId xmlns:a16="http://schemas.microsoft.com/office/drawing/2014/main" id="{535DD0AA-A127-991B-8A53-3BB047735A22}"/>
                    </a:ext>
                  </a:extLst>
                </p:cNvPr>
                <p:cNvSpPr>
                  <a:spLocks noChangeArrowheads="1"/>
                </p:cNvSpPr>
                <p:nvPr/>
              </p:nvSpPr>
              <p:spPr bwMode="auto">
                <a:xfrm>
                  <a:off x="1670" y="2415"/>
                  <a:ext cx="373" cy="101"/>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 name="Rectangle 115">
                  <a:extLst>
                    <a:ext uri="{FF2B5EF4-FFF2-40B4-BE49-F238E27FC236}">
                      <a16:creationId xmlns:a16="http://schemas.microsoft.com/office/drawing/2014/main" id="{E882F1F8-748C-842A-909F-8FC79F804C52}"/>
                    </a:ext>
                  </a:extLst>
                </p:cNvPr>
                <p:cNvSpPr>
                  <a:spLocks noChangeArrowheads="1"/>
                </p:cNvSpPr>
                <p:nvPr/>
              </p:nvSpPr>
              <p:spPr bwMode="auto">
                <a:xfrm>
                  <a:off x="1693" y="2620"/>
                  <a:ext cx="32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r11_fiq</a:t>
                  </a:r>
                </a:p>
              </p:txBody>
            </p:sp>
            <p:sp>
              <p:nvSpPr>
                <p:cNvPr id="49" name="Rectangle 116">
                  <a:extLst>
                    <a:ext uri="{FF2B5EF4-FFF2-40B4-BE49-F238E27FC236}">
                      <a16:creationId xmlns:a16="http://schemas.microsoft.com/office/drawing/2014/main" id="{AC98F405-4910-2616-7500-633C9111FC0A}"/>
                    </a:ext>
                  </a:extLst>
                </p:cNvPr>
                <p:cNvSpPr>
                  <a:spLocks noChangeArrowheads="1"/>
                </p:cNvSpPr>
                <p:nvPr/>
              </p:nvSpPr>
              <p:spPr bwMode="auto">
                <a:xfrm>
                  <a:off x="1670" y="2307"/>
                  <a:ext cx="373"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50" name="Rectangle 117">
                  <a:extLst>
                    <a:ext uri="{FF2B5EF4-FFF2-40B4-BE49-F238E27FC236}">
                      <a16:creationId xmlns:a16="http://schemas.microsoft.com/office/drawing/2014/main" id="{1C002D11-CFDA-10A5-4A62-77E8E55409D9}"/>
                    </a:ext>
                  </a:extLst>
                </p:cNvPr>
                <p:cNvSpPr>
                  <a:spLocks noChangeArrowheads="1"/>
                </p:cNvSpPr>
                <p:nvPr/>
              </p:nvSpPr>
              <p:spPr bwMode="auto">
                <a:xfrm>
                  <a:off x="1711" y="2403"/>
                  <a:ext cx="29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r9_fiq</a:t>
                  </a:r>
                </a:p>
              </p:txBody>
            </p:sp>
            <p:sp>
              <p:nvSpPr>
                <p:cNvPr id="51" name="Rectangle 118">
                  <a:extLst>
                    <a:ext uri="{FF2B5EF4-FFF2-40B4-BE49-F238E27FC236}">
                      <a16:creationId xmlns:a16="http://schemas.microsoft.com/office/drawing/2014/main" id="{143F9541-837E-06C3-69D4-94BD9C7B60C2}"/>
                    </a:ext>
                  </a:extLst>
                </p:cNvPr>
                <p:cNvSpPr>
                  <a:spLocks noChangeArrowheads="1"/>
                </p:cNvSpPr>
                <p:nvPr/>
              </p:nvSpPr>
              <p:spPr bwMode="auto">
                <a:xfrm>
                  <a:off x="1711" y="2295"/>
                  <a:ext cx="29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900" b="0">
                      <a:solidFill>
                        <a:srgbClr val="000000"/>
                      </a:solidFill>
                      <a:latin typeface="Times New Roman" panose="02020603050405020304" pitchFamily="18" charset="0"/>
                    </a:rPr>
                    <a:t>r8_fiq</a:t>
                  </a:r>
                </a:p>
              </p:txBody>
            </p:sp>
          </p:grpSp>
        </p:grpSp>
        <p:sp>
          <p:nvSpPr>
            <p:cNvPr id="16" name="Line 121">
              <a:extLst>
                <a:ext uri="{FF2B5EF4-FFF2-40B4-BE49-F238E27FC236}">
                  <a16:creationId xmlns:a16="http://schemas.microsoft.com/office/drawing/2014/main" id="{B9A64656-2094-856D-8912-940F7CE34550}"/>
                </a:ext>
              </a:extLst>
            </p:cNvPr>
            <p:cNvSpPr>
              <a:spLocks noChangeShapeType="1"/>
            </p:cNvSpPr>
            <p:nvPr/>
          </p:nvSpPr>
          <p:spPr bwMode="auto">
            <a:xfrm>
              <a:off x="1275" y="3132"/>
              <a:ext cx="534" cy="13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17" name="Rectangle 122">
              <a:extLst>
                <a:ext uri="{FF2B5EF4-FFF2-40B4-BE49-F238E27FC236}">
                  <a16:creationId xmlns:a16="http://schemas.microsoft.com/office/drawing/2014/main" id="{CEBB5A10-A545-611A-10CF-EB9D6773E6CC}"/>
                </a:ext>
              </a:extLst>
            </p:cNvPr>
            <p:cNvSpPr>
              <a:spLocks noChangeArrowheads="1"/>
            </p:cNvSpPr>
            <p:nvPr/>
          </p:nvSpPr>
          <p:spPr bwMode="auto">
            <a:xfrm>
              <a:off x="1736" y="3127"/>
              <a:ext cx="1923"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pPr algn="ctr"/>
              <a:r>
                <a:rPr lang="en-US" altLang="en-US" sz="1200"/>
                <a:t>Return address calculated from User mode </a:t>
              </a:r>
              <a:br>
                <a:rPr lang="en-US" altLang="en-US" sz="1200"/>
              </a:br>
              <a:r>
                <a:rPr lang="en-US" altLang="en-US" sz="1200"/>
                <a:t>PC value and stored in FIQ mode LR</a:t>
              </a:r>
            </a:p>
          </p:txBody>
        </p:sp>
        <p:sp>
          <p:nvSpPr>
            <p:cNvPr id="18" name="Line 123">
              <a:extLst>
                <a:ext uri="{FF2B5EF4-FFF2-40B4-BE49-F238E27FC236}">
                  <a16:creationId xmlns:a16="http://schemas.microsoft.com/office/drawing/2014/main" id="{69106BFE-3A44-9B73-590C-3AA43BE05593}"/>
                </a:ext>
              </a:extLst>
            </p:cNvPr>
            <p:cNvSpPr>
              <a:spLocks noChangeShapeType="1"/>
            </p:cNvSpPr>
            <p:nvPr/>
          </p:nvSpPr>
          <p:spPr bwMode="auto">
            <a:xfrm flipV="1">
              <a:off x="3587" y="3030"/>
              <a:ext cx="499" cy="234"/>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19" name="Group 126">
              <a:extLst>
                <a:ext uri="{FF2B5EF4-FFF2-40B4-BE49-F238E27FC236}">
                  <a16:creationId xmlns:a16="http://schemas.microsoft.com/office/drawing/2014/main" id="{D9E155DD-72EB-D670-A9F4-B6B2BF3BA316}"/>
                </a:ext>
              </a:extLst>
            </p:cNvPr>
            <p:cNvGrpSpPr>
              <a:grpSpLocks/>
            </p:cNvGrpSpPr>
            <p:nvPr/>
          </p:nvGrpSpPr>
          <p:grpSpPr bwMode="auto">
            <a:xfrm>
              <a:off x="676" y="1077"/>
              <a:ext cx="756" cy="312"/>
              <a:chOff x="676" y="1077"/>
              <a:chExt cx="756" cy="312"/>
            </a:xfrm>
          </p:grpSpPr>
          <p:sp>
            <p:nvSpPr>
              <p:cNvPr id="33" name="Rectangle 124">
                <a:extLst>
                  <a:ext uri="{FF2B5EF4-FFF2-40B4-BE49-F238E27FC236}">
                    <a16:creationId xmlns:a16="http://schemas.microsoft.com/office/drawing/2014/main" id="{C3FA6737-00D9-D807-1134-0B5BFC03DA41}"/>
                  </a:ext>
                </a:extLst>
              </p:cNvPr>
              <p:cNvSpPr>
                <a:spLocks noChangeArrowheads="1"/>
              </p:cNvSpPr>
              <p:nvPr/>
            </p:nvSpPr>
            <p:spPr bwMode="auto">
              <a:xfrm>
                <a:off x="676" y="1077"/>
                <a:ext cx="756"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pPr algn="ctr"/>
                <a:r>
                  <a:rPr lang="en-US" altLang="en-US" sz="1200"/>
                  <a:t>Registers in use</a:t>
                </a:r>
              </a:p>
            </p:txBody>
          </p:sp>
          <p:sp>
            <p:nvSpPr>
              <p:cNvPr id="34" name="Line 125">
                <a:extLst>
                  <a:ext uri="{FF2B5EF4-FFF2-40B4-BE49-F238E27FC236}">
                    <a16:creationId xmlns:a16="http://schemas.microsoft.com/office/drawing/2014/main" id="{49D9B50B-325C-54FD-D95E-C5E610D5C185}"/>
                  </a:ext>
                </a:extLst>
              </p:cNvPr>
              <p:cNvSpPr>
                <a:spLocks noChangeShapeType="1"/>
              </p:cNvSpPr>
              <p:nvPr/>
            </p:nvSpPr>
            <p:spPr bwMode="auto">
              <a:xfrm>
                <a:off x="1046" y="1196"/>
                <a:ext cx="0" cy="193"/>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grpSp>
          <p:nvGrpSpPr>
            <p:cNvPr id="20" name="Group 129">
              <a:extLst>
                <a:ext uri="{FF2B5EF4-FFF2-40B4-BE49-F238E27FC236}">
                  <a16:creationId xmlns:a16="http://schemas.microsoft.com/office/drawing/2014/main" id="{DD2AD615-AF37-0B60-B650-24CA80ABE859}"/>
                </a:ext>
              </a:extLst>
            </p:cNvPr>
            <p:cNvGrpSpPr>
              <a:grpSpLocks/>
            </p:cNvGrpSpPr>
            <p:nvPr/>
          </p:nvGrpSpPr>
          <p:grpSpPr bwMode="auto">
            <a:xfrm>
              <a:off x="3963" y="1089"/>
              <a:ext cx="756" cy="312"/>
              <a:chOff x="3963" y="1089"/>
              <a:chExt cx="756" cy="312"/>
            </a:xfrm>
          </p:grpSpPr>
          <p:sp>
            <p:nvSpPr>
              <p:cNvPr id="31" name="Rectangle 127">
                <a:extLst>
                  <a:ext uri="{FF2B5EF4-FFF2-40B4-BE49-F238E27FC236}">
                    <a16:creationId xmlns:a16="http://schemas.microsoft.com/office/drawing/2014/main" id="{5D62AD60-75C3-261B-A94A-9C3C3FCF2AD9}"/>
                  </a:ext>
                </a:extLst>
              </p:cNvPr>
              <p:cNvSpPr>
                <a:spLocks noChangeArrowheads="1"/>
              </p:cNvSpPr>
              <p:nvPr/>
            </p:nvSpPr>
            <p:spPr bwMode="auto">
              <a:xfrm>
                <a:off x="3963" y="1089"/>
                <a:ext cx="756"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pPr algn="ctr"/>
                <a:r>
                  <a:rPr lang="en-US" altLang="en-US" sz="1200"/>
                  <a:t>Registers in use</a:t>
                </a:r>
              </a:p>
            </p:txBody>
          </p:sp>
          <p:sp>
            <p:nvSpPr>
              <p:cNvPr id="32" name="Line 128">
                <a:extLst>
                  <a:ext uri="{FF2B5EF4-FFF2-40B4-BE49-F238E27FC236}">
                    <a16:creationId xmlns:a16="http://schemas.microsoft.com/office/drawing/2014/main" id="{2D94014D-5006-E530-7977-3A39E41AFDDE}"/>
                  </a:ext>
                </a:extLst>
              </p:cNvPr>
              <p:cNvSpPr>
                <a:spLocks noChangeShapeType="1"/>
              </p:cNvSpPr>
              <p:nvPr/>
            </p:nvSpPr>
            <p:spPr bwMode="auto">
              <a:xfrm>
                <a:off x="4332" y="1209"/>
                <a:ext cx="0" cy="192"/>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21" name="Line 130">
              <a:extLst>
                <a:ext uri="{FF2B5EF4-FFF2-40B4-BE49-F238E27FC236}">
                  <a16:creationId xmlns:a16="http://schemas.microsoft.com/office/drawing/2014/main" id="{5DDE3C00-65AC-8469-3B46-5255A0C252FD}"/>
                </a:ext>
              </a:extLst>
            </p:cNvPr>
            <p:cNvSpPr>
              <a:spLocks noChangeShapeType="1"/>
            </p:cNvSpPr>
            <p:nvPr/>
          </p:nvSpPr>
          <p:spPr bwMode="auto">
            <a:xfrm>
              <a:off x="2692" y="1106"/>
              <a:ext cx="6" cy="2014"/>
            </a:xfrm>
            <a:prstGeom prst="line">
              <a:avLst/>
            </a:prstGeom>
            <a:noFill/>
            <a:ln w="254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22" name="Group 134">
              <a:extLst>
                <a:ext uri="{FF2B5EF4-FFF2-40B4-BE49-F238E27FC236}">
                  <a16:creationId xmlns:a16="http://schemas.microsoft.com/office/drawing/2014/main" id="{30EDEC6F-9340-5710-D672-4A02B58C2E18}"/>
                </a:ext>
              </a:extLst>
            </p:cNvPr>
            <p:cNvGrpSpPr>
              <a:grpSpLocks/>
            </p:cNvGrpSpPr>
            <p:nvPr/>
          </p:nvGrpSpPr>
          <p:grpSpPr bwMode="auto">
            <a:xfrm>
              <a:off x="2251" y="2240"/>
              <a:ext cx="972" cy="405"/>
              <a:chOff x="2251" y="2240"/>
              <a:chExt cx="972" cy="405"/>
            </a:xfrm>
          </p:grpSpPr>
          <p:sp>
            <p:nvSpPr>
              <p:cNvPr id="28" name="Rectangle 131">
                <a:extLst>
                  <a:ext uri="{FF2B5EF4-FFF2-40B4-BE49-F238E27FC236}">
                    <a16:creationId xmlns:a16="http://schemas.microsoft.com/office/drawing/2014/main" id="{FDD97796-7F9B-5096-E436-A1358401A107}"/>
                  </a:ext>
                </a:extLst>
              </p:cNvPr>
              <p:cNvSpPr>
                <a:spLocks noChangeArrowheads="1"/>
              </p:cNvSpPr>
              <p:nvPr/>
            </p:nvSpPr>
            <p:spPr bwMode="auto">
              <a:xfrm>
                <a:off x="2259" y="2260"/>
                <a:ext cx="913" cy="38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9" name="Rectangle 132">
                <a:extLst>
                  <a:ext uri="{FF2B5EF4-FFF2-40B4-BE49-F238E27FC236}">
                    <a16:creationId xmlns:a16="http://schemas.microsoft.com/office/drawing/2014/main" id="{54F2C04C-2F75-9D23-9244-9927FAA3C10A}"/>
                  </a:ext>
                </a:extLst>
              </p:cNvPr>
              <p:cNvSpPr>
                <a:spLocks noChangeArrowheads="1"/>
              </p:cNvSpPr>
              <p:nvPr/>
            </p:nvSpPr>
            <p:spPr bwMode="auto">
              <a:xfrm>
                <a:off x="2251" y="2240"/>
                <a:ext cx="972" cy="2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1225">
                  <a:defRPr sz="2400">
                    <a:solidFill>
                      <a:schemeClr val="tx1"/>
                    </a:solidFill>
                    <a:latin typeface="Times New Roman" panose="02020603050405020304" pitchFamily="18" charset="0"/>
                  </a:defRPr>
                </a:lvl1pPr>
                <a:lvl2pPr defTabSz="911225">
                  <a:defRPr sz="2400">
                    <a:solidFill>
                      <a:schemeClr val="tx1"/>
                    </a:solidFill>
                    <a:latin typeface="Times New Roman" panose="02020603050405020304" pitchFamily="18" charset="0"/>
                  </a:defRPr>
                </a:lvl2pPr>
                <a:lvl3pPr marL="912813" defTabSz="911225">
                  <a:defRPr sz="2400">
                    <a:solidFill>
                      <a:schemeClr val="tx1"/>
                    </a:solidFill>
                    <a:latin typeface="Times New Roman" panose="02020603050405020304" pitchFamily="18" charset="0"/>
                  </a:defRPr>
                </a:lvl3pPr>
                <a:lvl4pPr marL="1370013" defTabSz="911225">
                  <a:defRPr sz="2400">
                    <a:solidFill>
                      <a:schemeClr val="tx1"/>
                    </a:solidFill>
                    <a:latin typeface="Times New Roman" panose="02020603050405020304" pitchFamily="18" charset="0"/>
                  </a:defRPr>
                </a:lvl4pPr>
                <a:lvl5pPr marL="1825625" defTabSz="911225">
                  <a:defRPr sz="2400">
                    <a:solidFill>
                      <a:schemeClr val="tx1"/>
                    </a:solidFill>
                    <a:latin typeface="Times New Roman" panose="02020603050405020304" pitchFamily="18" charset="0"/>
                  </a:defRPr>
                </a:lvl5pPr>
                <a:lvl6pPr marL="2282825" defTabSz="911225" fontAlgn="base">
                  <a:spcBef>
                    <a:spcPct val="0"/>
                  </a:spcBef>
                  <a:spcAft>
                    <a:spcPct val="0"/>
                  </a:spcAft>
                  <a:defRPr sz="2400">
                    <a:solidFill>
                      <a:schemeClr val="tx1"/>
                    </a:solidFill>
                    <a:latin typeface="Times New Roman" panose="02020603050405020304" pitchFamily="18" charset="0"/>
                  </a:defRPr>
                </a:lvl6pPr>
                <a:lvl7pPr marL="2740025" defTabSz="911225" fontAlgn="base">
                  <a:spcBef>
                    <a:spcPct val="0"/>
                  </a:spcBef>
                  <a:spcAft>
                    <a:spcPct val="0"/>
                  </a:spcAft>
                  <a:defRPr sz="2400">
                    <a:solidFill>
                      <a:schemeClr val="tx1"/>
                    </a:solidFill>
                    <a:latin typeface="Times New Roman" panose="02020603050405020304" pitchFamily="18" charset="0"/>
                  </a:defRPr>
                </a:lvl7pPr>
                <a:lvl8pPr marL="3197225" defTabSz="911225" fontAlgn="base">
                  <a:spcBef>
                    <a:spcPct val="0"/>
                  </a:spcBef>
                  <a:spcAft>
                    <a:spcPct val="0"/>
                  </a:spcAft>
                  <a:defRPr sz="2400">
                    <a:solidFill>
                      <a:schemeClr val="tx1"/>
                    </a:solidFill>
                    <a:latin typeface="Times New Roman" panose="02020603050405020304" pitchFamily="18" charset="0"/>
                  </a:defRPr>
                </a:lvl8pPr>
                <a:lvl9pPr marL="3654425" defTabSz="911225" fontAlgn="base">
                  <a:spcBef>
                    <a:spcPct val="0"/>
                  </a:spcBef>
                  <a:spcAft>
                    <a:spcPct val="0"/>
                  </a:spcAft>
                  <a:defRPr sz="2400">
                    <a:solidFill>
                      <a:schemeClr val="tx1"/>
                    </a:solidFill>
                    <a:latin typeface="Times New Roman" panose="02020603050405020304" pitchFamily="18" charset="0"/>
                  </a:defRPr>
                </a:lvl9pPr>
              </a:lstStyle>
              <a:p>
                <a:pPr algn="ctr"/>
                <a:r>
                  <a:rPr lang="en-US" altLang="en-US" sz="1800"/>
                  <a:t>EXCEPTION</a:t>
                </a:r>
              </a:p>
            </p:txBody>
          </p:sp>
          <p:sp>
            <p:nvSpPr>
              <p:cNvPr id="30" name="Line 133">
                <a:extLst>
                  <a:ext uri="{FF2B5EF4-FFF2-40B4-BE49-F238E27FC236}">
                    <a16:creationId xmlns:a16="http://schemas.microsoft.com/office/drawing/2014/main" id="{3C89D42E-C15E-E933-ADFF-5F9995FDFC87}"/>
                  </a:ext>
                </a:extLst>
              </p:cNvPr>
              <p:cNvSpPr>
                <a:spLocks noChangeShapeType="1"/>
              </p:cNvSpPr>
              <p:nvPr/>
            </p:nvSpPr>
            <p:spPr bwMode="auto">
              <a:xfrm>
                <a:off x="2355" y="2549"/>
                <a:ext cx="769" cy="0"/>
              </a:xfrm>
              <a:prstGeom prst="line">
                <a:avLst/>
              </a:prstGeom>
              <a:noFill/>
              <a:ln w="1270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sp>
          <p:nvSpPr>
            <p:cNvPr id="23" name="Rectangle 135">
              <a:extLst>
                <a:ext uri="{FF2B5EF4-FFF2-40B4-BE49-F238E27FC236}">
                  <a16:creationId xmlns:a16="http://schemas.microsoft.com/office/drawing/2014/main" id="{56204F49-BF28-194E-FE0D-11946B9D1A18}"/>
                </a:ext>
              </a:extLst>
            </p:cNvPr>
            <p:cNvSpPr>
              <a:spLocks noChangeArrowheads="1"/>
            </p:cNvSpPr>
            <p:nvPr/>
          </p:nvSpPr>
          <p:spPr bwMode="auto">
            <a:xfrm>
              <a:off x="1388" y="1231"/>
              <a:ext cx="7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800" u="sng"/>
                <a:t>User Mode</a:t>
              </a:r>
            </a:p>
          </p:txBody>
        </p:sp>
        <p:sp>
          <p:nvSpPr>
            <p:cNvPr id="24" name="Rectangle 136">
              <a:extLst>
                <a:ext uri="{FF2B5EF4-FFF2-40B4-BE49-F238E27FC236}">
                  <a16:creationId xmlns:a16="http://schemas.microsoft.com/office/drawing/2014/main" id="{8DF89F6D-0B31-D039-6CF9-D1E82FA16938}"/>
                </a:ext>
              </a:extLst>
            </p:cNvPr>
            <p:cNvSpPr>
              <a:spLocks noChangeArrowheads="1"/>
            </p:cNvSpPr>
            <p:nvPr/>
          </p:nvSpPr>
          <p:spPr bwMode="auto">
            <a:xfrm>
              <a:off x="3167" y="1231"/>
              <a:ext cx="7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917575">
                <a:defRPr sz="2400">
                  <a:solidFill>
                    <a:schemeClr val="tx1"/>
                  </a:solidFill>
                  <a:latin typeface="Times New Roman" panose="02020603050405020304" pitchFamily="18" charset="0"/>
                </a:defRPr>
              </a:lvl1pPr>
              <a:lvl2pPr defTabSz="917575">
                <a:defRPr sz="2400">
                  <a:solidFill>
                    <a:schemeClr val="tx1"/>
                  </a:solidFill>
                  <a:latin typeface="Times New Roman" panose="02020603050405020304" pitchFamily="18" charset="0"/>
                </a:defRPr>
              </a:lvl2pPr>
              <a:lvl3pPr marL="915988" defTabSz="917575">
                <a:defRPr sz="2400">
                  <a:solidFill>
                    <a:schemeClr val="tx1"/>
                  </a:solidFill>
                  <a:latin typeface="Times New Roman" panose="02020603050405020304" pitchFamily="18" charset="0"/>
                </a:defRPr>
              </a:lvl3pPr>
              <a:lvl4pPr marL="1373188" defTabSz="917575">
                <a:defRPr sz="2400">
                  <a:solidFill>
                    <a:schemeClr val="tx1"/>
                  </a:solidFill>
                  <a:latin typeface="Times New Roman" panose="02020603050405020304" pitchFamily="18" charset="0"/>
                </a:defRPr>
              </a:lvl4pPr>
              <a:lvl5pPr marL="1830388" defTabSz="917575">
                <a:defRPr sz="2400">
                  <a:solidFill>
                    <a:schemeClr val="tx1"/>
                  </a:solidFill>
                  <a:latin typeface="Times New Roman" panose="02020603050405020304" pitchFamily="18" charset="0"/>
                </a:defRPr>
              </a:lvl5pPr>
              <a:lvl6pPr marL="2287588" defTabSz="917575" fontAlgn="base">
                <a:spcBef>
                  <a:spcPct val="0"/>
                </a:spcBef>
                <a:spcAft>
                  <a:spcPct val="0"/>
                </a:spcAft>
                <a:defRPr sz="2400">
                  <a:solidFill>
                    <a:schemeClr val="tx1"/>
                  </a:solidFill>
                  <a:latin typeface="Times New Roman" panose="02020603050405020304" pitchFamily="18" charset="0"/>
                </a:defRPr>
              </a:lvl6pPr>
              <a:lvl7pPr marL="2744788" defTabSz="917575" fontAlgn="base">
                <a:spcBef>
                  <a:spcPct val="0"/>
                </a:spcBef>
                <a:spcAft>
                  <a:spcPct val="0"/>
                </a:spcAft>
                <a:defRPr sz="2400">
                  <a:solidFill>
                    <a:schemeClr val="tx1"/>
                  </a:solidFill>
                  <a:latin typeface="Times New Roman" panose="02020603050405020304" pitchFamily="18" charset="0"/>
                </a:defRPr>
              </a:lvl7pPr>
              <a:lvl8pPr marL="3201988" defTabSz="917575" fontAlgn="base">
                <a:spcBef>
                  <a:spcPct val="0"/>
                </a:spcBef>
                <a:spcAft>
                  <a:spcPct val="0"/>
                </a:spcAft>
                <a:defRPr sz="2400">
                  <a:solidFill>
                    <a:schemeClr val="tx1"/>
                  </a:solidFill>
                  <a:latin typeface="Times New Roman" panose="02020603050405020304" pitchFamily="18" charset="0"/>
                </a:defRPr>
              </a:lvl8pPr>
              <a:lvl9pPr marL="3659188" defTabSz="917575" fontAlgn="base">
                <a:spcBef>
                  <a:spcPct val="0"/>
                </a:spcBef>
                <a:spcAft>
                  <a:spcPct val="0"/>
                </a:spcAft>
                <a:defRPr sz="2400">
                  <a:solidFill>
                    <a:schemeClr val="tx1"/>
                  </a:solidFill>
                  <a:latin typeface="Times New Roman" panose="02020603050405020304" pitchFamily="18" charset="0"/>
                </a:defRPr>
              </a:lvl9pPr>
            </a:lstStyle>
            <a:p>
              <a:pPr>
                <a:lnSpc>
                  <a:spcPct val="100000"/>
                </a:lnSpc>
              </a:pPr>
              <a:r>
                <a:rPr lang="en-US" altLang="en-US" sz="1800" u="sng"/>
                <a:t>FIQ Mode</a:t>
              </a:r>
            </a:p>
          </p:txBody>
        </p:sp>
        <p:grpSp>
          <p:nvGrpSpPr>
            <p:cNvPr id="25" name="Group 139">
              <a:extLst>
                <a:ext uri="{FF2B5EF4-FFF2-40B4-BE49-F238E27FC236}">
                  <a16:creationId xmlns:a16="http://schemas.microsoft.com/office/drawing/2014/main" id="{1B331FD4-BBAD-BD98-3BAC-C1ED536843F4}"/>
                </a:ext>
              </a:extLst>
            </p:cNvPr>
            <p:cNvGrpSpPr>
              <a:grpSpLocks/>
            </p:cNvGrpSpPr>
            <p:nvPr/>
          </p:nvGrpSpPr>
          <p:grpSpPr bwMode="auto">
            <a:xfrm>
              <a:off x="1662" y="3400"/>
              <a:ext cx="406" cy="135"/>
              <a:chOff x="1662" y="3400"/>
              <a:chExt cx="406" cy="135"/>
            </a:xfrm>
          </p:grpSpPr>
          <p:sp>
            <p:nvSpPr>
              <p:cNvPr id="26" name="Rectangle 137">
                <a:extLst>
                  <a:ext uri="{FF2B5EF4-FFF2-40B4-BE49-F238E27FC236}">
                    <a16:creationId xmlns:a16="http://schemas.microsoft.com/office/drawing/2014/main" id="{D573CB42-5196-FD4E-A90D-9491501C6C11}"/>
                  </a:ext>
                </a:extLst>
              </p:cNvPr>
              <p:cNvSpPr>
                <a:spLocks noChangeArrowheads="1"/>
              </p:cNvSpPr>
              <p:nvPr/>
            </p:nvSpPr>
            <p:spPr bwMode="auto">
              <a:xfrm>
                <a:off x="1662" y="3413"/>
                <a:ext cx="372" cy="1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 name="Rectangle 138">
                <a:extLst>
                  <a:ext uri="{FF2B5EF4-FFF2-40B4-BE49-F238E27FC236}">
                    <a16:creationId xmlns:a16="http://schemas.microsoft.com/office/drawing/2014/main" id="{6EDF60C3-F78B-E0AE-7232-C17BAC647DE3}"/>
                  </a:ext>
                </a:extLst>
              </p:cNvPr>
              <p:cNvSpPr>
                <a:spLocks noChangeArrowheads="1"/>
              </p:cNvSpPr>
              <p:nvPr/>
            </p:nvSpPr>
            <p:spPr bwMode="auto">
              <a:xfrm>
                <a:off x="1684" y="3400"/>
                <a:ext cx="384"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marL="1827213">
                  <a:defRPr sz="2400">
                    <a:solidFill>
                      <a:schemeClr val="tx1"/>
                    </a:solidFill>
                    <a:latin typeface="Times New Roman" panose="02020603050405020304" pitchFamily="18" charset="0"/>
                  </a:defRPr>
                </a:lvl5pPr>
                <a:lvl6pPr marL="2284413" fontAlgn="base">
                  <a:spcBef>
                    <a:spcPct val="0"/>
                  </a:spcBef>
                  <a:spcAft>
                    <a:spcPct val="0"/>
                  </a:spcAft>
                  <a:defRPr sz="2400">
                    <a:solidFill>
                      <a:schemeClr val="tx1"/>
                    </a:solidFill>
                    <a:latin typeface="Times New Roman" panose="02020603050405020304" pitchFamily="18" charset="0"/>
                  </a:defRPr>
                </a:lvl6pPr>
                <a:lvl7pPr marL="2741613" fontAlgn="base">
                  <a:spcBef>
                    <a:spcPct val="0"/>
                  </a:spcBef>
                  <a:spcAft>
                    <a:spcPct val="0"/>
                  </a:spcAft>
                  <a:defRPr sz="2400">
                    <a:solidFill>
                      <a:schemeClr val="tx1"/>
                    </a:solidFill>
                    <a:latin typeface="Times New Roman" panose="02020603050405020304" pitchFamily="18" charset="0"/>
                  </a:defRPr>
                </a:lvl7pPr>
                <a:lvl8pPr marL="3198813" fontAlgn="base">
                  <a:spcBef>
                    <a:spcPct val="0"/>
                  </a:spcBef>
                  <a:spcAft>
                    <a:spcPct val="0"/>
                  </a:spcAft>
                  <a:defRPr sz="2400">
                    <a:solidFill>
                      <a:schemeClr val="tx1"/>
                    </a:solidFill>
                    <a:latin typeface="Times New Roman" panose="02020603050405020304" pitchFamily="18" charset="0"/>
                  </a:defRPr>
                </a:lvl8pPr>
                <a:lvl9pPr marL="3656013" fontAlgn="base">
                  <a:spcBef>
                    <a:spcPct val="0"/>
                  </a:spcBef>
                  <a:spcAft>
                    <a:spcPct val="0"/>
                  </a:spcAft>
                  <a:defRPr sz="2400">
                    <a:solidFill>
                      <a:schemeClr val="tx1"/>
                    </a:solidFill>
                    <a:latin typeface="Times New Roman" panose="02020603050405020304" pitchFamily="18" charset="0"/>
                  </a:defRPr>
                </a:lvl9pPr>
              </a:lstStyle>
              <a:p>
                <a:r>
                  <a:rPr lang="en-US" altLang="en-US" sz="900" b="0">
                    <a:solidFill>
                      <a:srgbClr val="000000"/>
                    </a:solidFill>
                  </a:rPr>
                  <a:t>spsr_fiq</a:t>
                </a:r>
              </a:p>
            </p:txBody>
          </p:sp>
        </p:grpSp>
      </p:grpSp>
    </p:spTree>
    <p:extLst>
      <p:ext uri="{BB962C8B-B14F-4D97-AF65-F5344CB8AC3E}">
        <p14:creationId xmlns:p14="http://schemas.microsoft.com/office/powerpoint/2010/main" val="1275180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64181-3446-C46B-8B57-D42AA630343D}"/>
              </a:ext>
            </a:extLst>
          </p:cNvPr>
          <p:cNvSpPr>
            <a:spLocks noGrp="1"/>
          </p:cNvSpPr>
          <p:nvPr>
            <p:ph type="title"/>
          </p:nvPr>
        </p:nvSpPr>
        <p:spPr/>
        <p:txBody>
          <a:bodyPr/>
          <a:lstStyle/>
          <a:p>
            <a:r>
              <a:rPr lang="en-CA" dirty="0"/>
              <a:t>Addressing Modes</a:t>
            </a:r>
          </a:p>
        </p:txBody>
      </p:sp>
      <p:sp>
        <p:nvSpPr>
          <p:cNvPr id="3" name="Content Placeholder 2">
            <a:extLst>
              <a:ext uri="{FF2B5EF4-FFF2-40B4-BE49-F238E27FC236}">
                <a16:creationId xmlns:a16="http://schemas.microsoft.com/office/drawing/2014/main" id="{2F3427AF-071B-45D3-B518-17EC11BC8A66}"/>
              </a:ext>
            </a:extLst>
          </p:cNvPr>
          <p:cNvSpPr>
            <a:spLocks noGrp="1"/>
          </p:cNvSpPr>
          <p:nvPr>
            <p:ph idx="1"/>
          </p:nvPr>
        </p:nvSpPr>
        <p:spPr/>
        <p:txBody>
          <a:bodyPr/>
          <a:lstStyle/>
          <a:p>
            <a:r>
              <a:rPr lang="en-CA" dirty="0"/>
              <a:t>Register</a:t>
            </a:r>
          </a:p>
          <a:p>
            <a:r>
              <a:rPr lang="en-CA" dirty="0"/>
              <a:t>Register + offset</a:t>
            </a:r>
          </a:p>
          <a:p>
            <a:r>
              <a:rPr lang="en-CA" dirty="0"/>
              <a:t>Immediate</a:t>
            </a:r>
          </a:p>
          <a:p>
            <a:r>
              <a:rPr lang="en-CA" dirty="0"/>
              <a:t>PC-relative</a:t>
            </a:r>
          </a:p>
        </p:txBody>
      </p:sp>
      <p:sp>
        <p:nvSpPr>
          <p:cNvPr id="4" name="Date Placeholder 3">
            <a:extLst>
              <a:ext uri="{FF2B5EF4-FFF2-40B4-BE49-F238E27FC236}">
                <a16:creationId xmlns:a16="http://schemas.microsoft.com/office/drawing/2014/main" id="{44447D3F-C773-E651-0A22-BD6B17E17500}"/>
              </a:ext>
            </a:extLst>
          </p:cNvPr>
          <p:cNvSpPr>
            <a:spLocks noGrp="1"/>
          </p:cNvSpPr>
          <p:nvPr>
            <p:ph type="dt" sz="half" idx="10"/>
          </p:nvPr>
        </p:nvSpPr>
        <p:spPr/>
        <p:txBody>
          <a:bodyPr/>
          <a:lstStyle/>
          <a:p>
            <a:fld id="{9C31438F-F490-4971-ADDA-E4F9B832E3A1}" type="datetime1">
              <a:rPr lang="en-CA" smtClean="0"/>
              <a:t>2026-03-14</a:t>
            </a:fld>
            <a:endParaRPr lang="en-CA"/>
          </a:p>
        </p:txBody>
      </p:sp>
      <p:sp>
        <p:nvSpPr>
          <p:cNvPr id="5" name="Footer Placeholder 4">
            <a:extLst>
              <a:ext uri="{FF2B5EF4-FFF2-40B4-BE49-F238E27FC236}">
                <a16:creationId xmlns:a16="http://schemas.microsoft.com/office/drawing/2014/main" id="{A49D221D-C299-5CFE-F17C-A87051388EBD}"/>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D3BA30C0-0A96-8B5D-9BCC-F61DE38C3295}"/>
              </a:ext>
            </a:extLst>
          </p:cNvPr>
          <p:cNvSpPr>
            <a:spLocks noGrp="1"/>
          </p:cNvSpPr>
          <p:nvPr>
            <p:ph type="sldNum" sz="quarter" idx="12"/>
          </p:nvPr>
        </p:nvSpPr>
        <p:spPr/>
        <p:txBody>
          <a:bodyPr/>
          <a:lstStyle/>
          <a:p>
            <a:fld id="{D23FE6AF-7EC0-4502-9F71-820950EA8DB2}" type="slidenum">
              <a:rPr lang="en-CA" smtClean="0"/>
              <a:t>24</a:t>
            </a:fld>
            <a:endParaRPr lang="en-CA"/>
          </a:p>
        </p:txBody>
      </p:sp>
    </p:spTree>
    <p:extLst>
      <p:ext uri="{BB962C8B-B14F-4D97-AF65-F5344CB8AC3E}">
        <p14:creationId xmlns:p14="http://schemas.microsoft.com/office/powerpoint/2010/main" val="615335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79653-44D0-0792-E631-1BCE732D0B44}"/>
              </a:ext>
            </a:extLst>
          </p:cNvPr>
          <p:cNvSpPr>
            <a:spLocks noGrp="1"/>
          </p:cNvSpPr>
          <p:nvPr>
            <p:ph type="title"/>
          </p:nvPr>
        </p:nvSpPr>
        <p:spPr/>
        <p:txBody>
          <a:bodyPr/>
          <a:lstStyle/>
          <a:p>
            <a:r>
              <a:rPr lang="en-CA" dirty="0"/>
              <a:t>Addressing: Register</a:t>
            </a:r>
          </a:p>
        </p:txBody>
      </p:sp>
      <p:sp>
        <p:nvSpPr>
          <p:cNvPr id="3" name="Content Placeholder 2">
            <a:extLst>
              <a:ext uri="{FF2B5EF4-FFF2-40B4-BE49-F238E27FC236}">
                <a16:creationId xmlns:a16="http://schemas.microsoft.com/office/drawing/2014/main" id="{E967FF28-B218-BB2C-BE38-D8859508C52E}"/>
              </a:ext>
            </a:extLst>
          </p:cNvPr>
          <p:cNvSpPr>
            <a:spLocks noGrp="1"/>
          </p:cNvSpPr>
          <p:nvPr>
            <p:ph idx="1"/>
          </p:nvPr>
        </p:nvSpPr>
        <p:spPr/>
        <p:txBody>
          <a:bodyPr/>
          <a:lstStyle/>
          <a:p>
            <a:r>
              <a:rPr lang="en-CA" dirty="0"/>
              <a:t>Operands in register, e.g.:</a:t>
            </a:r>
          </a:p>
          <a:p>
            <a:pPr marL="0" indent="0">
              <a:buNone/>
            </a:pPr>
            <a:r>
              <a:rPr lang="en-CA" dirty="0">
                <a:latin typeface="Courier"/>
              </a:rPr>
              <a:t>ADD r0, r1, r2		</a:t>
            </a:r>
            <a:r>
              <a:rPr lang="en-CA" dirty="0">
                <a:latin typeface="Courier"/>
                <a:sym typeface="Wingdings" panose="05000000000000000000" pitchFamily="2" charset="2"/>
              </a:rPr>
              <a:t> r0 = r1 + r2</a:t>
            </a:r>
            <a:endParaRPr lang="en-CA" dirty="0">
              <a:latin typeface="Courier"/>
            </a:endParaRPr>
          </a:p>
        </p:txBody>
      </p:sp>
      <p:sp>
        <p:nvSpPr>
          <p:cNvPr id="4" name="Date Placeholder 3">
            <a:extLst>
              <a:ext uri="{FF2B5EF4-FFF2-40B4-BE49-F238E27FC236}">
                <a16:creationId xmlns:a16="http://schemas.microsoft.com/office/drawing/2014/main" id="{76E6A6C9-B2C8-A543-296F-F600885189BB}"/>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1D362DB7-CEF3-C4CD-64B8-E5EFD0B68990}"/>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DE56F528-5F44-540A-0535-7C26ABD2480F}"/>
              </a:ext>
            </a:extLst>
          </p:cNvPr>
          <p:cNvSpPr>
            <a:spLocks noGrp="1"/>
          </p:cNvSpPr>
          <p:nvPr>
            <p:ph type="sldNum" sz="quarter" idx="12"/>
          </p:nvPr>
        </p:nvSpPr>
        <p:spPr/>
        <p:txBody>
          <a:bodyPr/>
          <a:lstStyle/>
          <a:p>
            <a:fld id="{D23FE6AF-7EC0-4502-9F71-820950EA8DB2}" type="slidenum">
              <a:rPr lang="en-CA" smtClean="0"/>
              <a:t>25</a:t>
            </a:fld>
            <a:endParaRPr lang="en-CA"/>
          </a:p>
        </p:txBody>
      </p:sp>
    </p:spTree>
    <p:extLst>
      <p:ext uri="{BB962C8B-B14F-4D97-AF65-F5344CB8AC3E}">
        <p14:creationId xmlns:p14="http://schemas.microsoft.com/office/powerpoint/2010/main" val="1011400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27AD-6432-74D4-C453-BE3E11BE8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68BE3-5249-4EA0-8147-5F724281B96A}"/>
              </a:ext>
            </a:extLst>
          </p:cNvPr>
          <p:cNvSpPr>
            <a:spLocks noGrp="1"/>
          </p:cNvSpPr>
          <p:nvPr>
            <p:ph type="title"/>
          </p:nvPr>
        </p:nvSpPr>
        <p:spPr/>
        <p:txBody>
          <a:bodyPr/>
          <a:lstStyle/>
          <a:p>
            <a:r>
              <a:rPr lang="en-CA" dirty="0"/>
              <a:t>Addressing: Register + Offset (Base + Offset)</a:t>
            </a:r>
          </a:p>
        </p:txBody>
      </p:sp>
      <p:sp>
        <p:nvSpPr>
          <p:cNvPr id="3" name="Content Placeholder 2">
            <a:extLst>
              <a:ext uri="{FF2B5EF4-FFF2-40B4-BE49-F238E27FC236}">
                <a16:creationId xmlns:a16="http://schemas.microsoft.com/office/drawing/2014/main" id="{45FD72E7-5FF3-5D9F-3C55-74836772DB4A}"/>
              </a:ext>
            </a:extLst>
          </p:cNvPr>
          <p:cNvSpPr>
            <a:spLocks noGrp="1"/>
          </p:cNvSpPr>
          <p:nvPr>
            <p:ph idx="1"/>
          </p:nvPr>
        </p:nvSpPr>
        <p:spPr/>
        <p:txBody>
          <a:bodyPr/>
          <a:lstStyle/>
          <a:p>
            <a:r>
              <a:rPr lang="en-CA" dirty="0"/>
              <a:t>Base register + immediate offset</a:t>
            </a:r>
          </a:p>
          <a:p>
            <a:pPr marL="0" indent="0">
              <a:buNone/>
            </a:pPr>
            <a:r>
              <a:rPr lang="en-CA" dirty="0">
                <a:latin typeface="Courier"/>
              </a:rPr>
              <a:t>LDR r0, [r1, #8]	</a:t>
            </a:r>
            <a:r>
              <a:rPr lang="en-CA" dirty="0">
                <a:latin typeface="Courier"/>
                <a:sym typeface="Wingdings" panose="05000000000000000000" pitchFamily="2" charset="2"/>
              </a:rPr>
              <a:t> </a:t>
            </a:r>
            <a:r>
              <a:rPr lang="pt-BR" dirty="0">
                <a:latin typeface="Courier"/>
              </a:rPr>
              <a:t>r0 = *(uint32_t *)(r1 + 8)</a:t>
            </a:r>
          </a:p>
          <a:p>
            <a:pPr marL="0" indent="0">
              <a:buNone/>
            </a:pPr>
            <a:endParaRPr lang="pt-BR" dirty="0">
              <a:latin typeface="Courier"/>
            </a:endParaRPr>
          </a:p>
          <a:p>
            <a:r>
              <a:rPr lang="en-CA" dirty="0"/>
              <a:t>Consider:</a:t>
            </a:r>
          </a:p>
          <a:p>
            <a:pPr lvl="1"/>
            <a:r>
              <a:rPr lang="en-CA" dirty="0"/>
              <a:t>C struct fields</a:t>
            </a:r>
          </a:p>
          <a:p>
            <a:pPr lvl="1"/>
            <a:r>
              <a:rPr lang="en-CA" dirty="0"/>
              <a:t>Stack pointer or frame</a:t>
            </a:r>
          </a:p>
        </p:txBody>
      </p:sp>
      <p:sp>
        <p:nvSpPr>
          <p:cNvPr id="4" name="Date Placeholder 3">
            <a:extLst>
              <a:ext uri="{FF2B5EF4-FFF2-40B4-BE49-F238E27FC236}">
                <a16:creationId xmlns:a16="http://schemas.microsoft.com/office/drawing/2014/main" id="{1679067B-CFBB-019D-3136-166DA17E40F7}"/>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AF524119-0021-1403-A962-4D654ACFCF93}"/>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18013C04-108B-C7EB-EC7F-14A459B41FF4}"/>
              </a:ext>
            </a:extLst>
          </p:cNvPr>
          <p:cNvSpPr>
            <a:spLocks noGrp="1"/>
          </p:cNvSpPr>
          <p:nvPr>
            <p:ph type="sldNum" sz="quarter" idx="12"/>
          </p:nvPr>
        </p:nvSpPr>
        <p:spPr/>
        <p:txBody>
          <a:bodyPr/>
          <a:lstStyle/>
          <a:p>
            <a:fld id="{D23FE6AF-7EC0-4502-9F71-820950EA8DB2}" type="slidenum">
              <a:rPr lang="en-CA" smtClean="0"/>
              <a:t>26</a:t>
            </a:fld>
            <a:endParaRPr lang="en-CA"/>
          </a:p>
        </p:txBody>
      </p:sp>
    </p:spTree>
    <p:extLst>
      <p:ext uri="{BB962C8B-B14F-4D97-AF65-F5344CB8AC3E}">
        <p14:creationId xmlns:p14="http://schemas.microsoft.com/office/powerpoint/2010/main" val="961392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609F2-2640-2DD2-B4BB-39AA05720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ED498-582B-1990-B80B-EA1A3FEA2A34}"/>
              </a:ext>
            </a:extLst>
          </p:cNvPr>
          <p:cNvSpPr>
            <a:spLocks noGrp="1"/>
          </p:cNvSpPr>
          <p:nvPr>
            <p:ph type="title"/>
          </p:nvPr>
        </p:nvSpPr>
        <p:spPr/>
        <p:txBody>
          <a:bodyPr/>
          <a:lstStyle/>
          <a:p>
            <a:r>
              <a:rPr lang="en-CA" dirty="0"/>
              <a:t>Addressing: Stack-Based Access</a:t>
            </a:r>
          </a:p>
        </p:txBody>
      </p:sp>
      <p:sp>
        <p:nvSpPr>
          <p:cNvPr id="3" name="Content Placeholder 2">
            <a:extLst>
              <a:ext uri="{FF2B5EF4-FFF2-40B4-BE49-F238E27FC236}">
                <a16:creationId xmlns:a16="http://schemas.microsoft.com/office/drawing/2014/main" id="{8751E8AF-D623-597E-EE83-907E9F52C368}"/>
              </a:ext>
            </a:extLst>
          </p:cNvPr>
          <p:cNvSpPr>
            <a:spLocks noGrp="1"/>
          </p:cNvSpPr>
          <p:nvPr>
            <p:ph idx="1"/>
          </p:nvPr>
        </p:nvSpPr>
        <p:spPr/>
        <p:txBody>
          <a:bodyPr/>
          <a:lstStyle/>
          <a:p>
            <a:r>
              <a:rPr lang="en-CA" dirty="0"/>
              <a:t>Base register + offset:</a:t>
            </a:r>
          </a:p>
          <a:p>
            <a:pPr marL="0" indent="0">
              <a:buNone/>
            </a:pPr>
            <a:endParaRPr lang="en-CA" dirty="0"/>
          </a:p>
          <a:p>
            <a:pPr marL="0" indent="0">
              <a:buNone/>
            </a:pPr>
            <a:r>
              <a:rPr lang="en-CA" dirty="0">
                <a:latin typeface="Courier"/>
              </a:rPr>
              <a:t>LDR r0, [</a:t>
            </a:r>
            <a:r>
              <a:rPr lang="en-CA" dirty="0" err="1">
                <a:latin typeface="Courier"/>
              </a:rPr>
              <a:t>sp</a:t>
            </a:r>
            <a:r>
              <a:rPr lang="en-CA" dirty="0">
                <a:latin typeface="Courier"/>
              </a:rPr>
              <a:t>, #12]	</a:t>
            </a:r>
            <a:r>
              <a:rPr lang="en-CA" dirty="0">
                <a:latin typeface="Courier"/>
                <a:sym typeface="Wingdings" panose="05000000000000000000" pitchFamily="2" charset="2"/>
              </a:rPr>
              <a:t> </a:t>
            </a:r>
            <a:r>
              <a:rPr lang="pt-BR" dirty="0">
                <a:latin typeface="Courier"/>
              </a:rPr>
              <a:t>r0 = *(uint32_t *)(sp + 12)</a:t>
            </a:r>
          </a:p>
          <a:p>
            <a:pPr marL="0" indent="0">
              <a:buNone/>
            </a:pPr>
            <a:endParaRPr lang="pt-BR" dirty="0">
              <a:latin typeface="Courier"/>
            </a:endParaRPr>
          </a:p>
          <a:p>
            <a:r>
              <a:rPr lang="en-CA" dirty="0"/>
              <a:t>Remember that “</a:t>
            </a:r>
            <a:r>
              <a:rPr lang="en-CA" dirty="0" err="1"/>
              <a:t>sp</a:t>
            </a:r>
            <a:r>
              <a:rPr lang="en-CA" dirty="0"/>
              <a:t>” is another register – this makes our usage of the stack </a:t>
            </a:r>
            <a:r>
              <a:rPr lang="en-CA" u="sng" dirty="0"/>
              <a:t>very easy</a:t>
            </a:r>
            <a:r>
              <a:rPr lang="en-CA" dirty="0"/>
              <a:t> (or the compiler’s usage)</a:t>
            </a:r>
          </a:p>
        </p:txBody>
      </p:sp>
      <p:sp>
        <p:nvSpPr>
          <p:cNvPr id="4" name="Date Placeholder 3">
            <a:extLst>
              <a:ext uri="{FF2B5EF4-FFF2-40B4-BE49-F238E27FC236}">
                <a16:creationId xmlns:a16="http://schemas.microsoft.com/office/drawing/2014/main" id="{AC0B9122-EF79-DCF8-5104-AF32F38ED195}"/>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E21A4F14-1376-98E0-1EAC-C78EF3E08578}"/>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1EAEA003-3F9F-0D0A-6952-33C013E597CF}"/>
              </a:ext>
            </a:extLst>
          </p:cNvPr>
          <p:cNvSpPr>
            <a:spLocks noGrp="1"/>
          </p:cNvSpPr>
          <p:nvPr>
            <p:ph type="sldNum" sz="quarter" idx="12"/>
          </p:nvPr>
        </p:nvSpPr>
        <p:spPr/>
        <p:txBody>
          <a:bodyPr/>
          <a:lstStyle/>
          <a:p>
            <a:fld id="{D23FE6AF-7EC0-4502-9F71-820950EA8DB2}" type="slidenum">
              <a:rPr lang="en-CA" smtClean="0"/>
              <a:t>27</a:t>
            </a:fld>
            <a:endParaRPr lang="en-CA"/>
          </a:p>
        </p:txBody>
      </p:sp>
    </p:spTree>
    <p:extLst>
      <p:ext uri="{BB962C8B-B14F-4D97-AF65-F5344CB8AC3E}">
        <p14:creationId xmlns:p14="http://schemas.microsoft.com/office/powerpoint/2010/main" val="3453249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88C5-0F12-2CCA-5871-3E0DC74BC93C}"/>
              </a:ext>
            </a:extLst>
          </p:cNvPr>
          <p:cNvSpPr>
            <a:spLocks noGrp="1"/>
          </p:cNvSpPr>
          <p:nvPr>
            <p:ph type="title"/>
          </p:nvPr>
        </p:nvSpPr>
        <p:spPr/>
        <p:txBody>
          <a:bodyPr/>
          <a:lstStyle/>
          <a:p>
            <a:r>
              <a:rPr lang="en-CA" dirty="0"/>
              <a:t>Addressing: Register Offset Addressing</a:t>
            </a:r>
          </a:p>
        </p:txBody>
      </p:sp>
      <p:sp>
        <p:nvSpPr>
          <p:cNvPr id="3" name="Content Placeholder 2">
            <a:extLst>
              <a:ext uri="{FF2B5EF4-FFF2-40B4-BE49-F238E27FC236}">
                <a16:creationId xmlns:a16="http://schemas.microsoft.com/office/drawing/2014/main" id="{2EEAA335-F7E2-9C39-9957-D3BE17B43FD0}"/>
              </a:ext>
            </a:extLst>
          </p:cNvPr>
          <p:cNvSpPr>
            <a:spLocks noGrp="1"/>
          </p:cNvSpPr>
          <p:nvPr>
            <p:ph idx="1"/>
          </p:nvPr>
        </p:nvSpPr>
        <p:spPr/>
        <p:txBody>
          <a:bodyPr/>
          <a:lstStyle/>
          <a:p>
            <a:r>
              <a:rPr lang="en-CA" dirty="0"/>
              <a:t>Base register + offset stored in another register</a:t>
            </a:r>
          </a:p>
          <a:p>
            <a:pPr marL="0" indent="0">
              <a:buNone/>
            </a:pPr>
            <a:endParaRPr lang="en-CA" dirty="0"/>
          </a:p>
          <a:p>
            <a:pPr marL="0" indent="0">
              <a:buNone/>
            </a:pPr>
            <a:r>
              <a:rPr lang="pt-BR" dirty="0">
                <a:latin typeface="Courier"/>
              </a:rPr>
              <a:t>LDR r0, [r1, r2]	</a:t>
            </a:r>
            <a:r>
              <a:rPr lang="pt-BR" dirty="0">
                <a:latin typeface="Courier"/>
                <a:sym typeface="Wingdings" panose="05000000000000000000" pitchFamily="2" charset="2"/>
              </a:rPr>
              <a:t> </a:t>
            </a:r>
            <a:r>
              <a:rPr lang="pt-BR" dirty="0">
                <a:latin typeface="Courier"/>
              </a:rPr>
              <a:t>r0 = *(uint32_t *)(r1 + r2)</a:t>
            </a:r>
          </a:p>
          <a:p>
            <a:pPr marL="0" indent="0">
              <a:buNone/>
            </a:pPr>
            <a:endParaRPr lang="pt-BR" dirty="0">
              <a:latin typeface="Courier"/>
            </a:endParaRPr>
          </a:p>
          <a:p>
            <a:r>
              <a:rPr lang="pt-BR" dirty="0"/>
              <a:t>Array indexing &amp; pointer arithmetic:</a:t>
            </a:r>
          </a:p>
          <a:p>
            <a:pPr marL="457200" lvl="1" indent="0">
              <a:buNone/>
            </a:pPr>
            <a:r>
              <a:rPr lang="en-CA" sz="3200" dirty="0" err="1">
                <a:latin typeface="Courier"/>
              </a:rPr>
              <a:t>arr</a:t>
            </a:r>
            <a:r>
              <a:rPr lang="en-CA" sz="3200" dirty="0">
                <a:latin typeface="Courier"/>
              </a:rPr>
              <a:t>[</a:t>
            </a:r>
            <a:r>
              <a:rPr lang="en-CA" sz="3200" dirty="0" err="1">
                <a:latin typeface="Courier"/>
              </a:rPr>
              <a:t>i</a:t>
            </a:r>
            <a:r>
              <a:rPr lang="en-CA" sz="3200" dirty="0">
                <a:latin typeface="Courier"/>
              </a:rPr>
              <a:t>]</a:t>
            </a:r>
          </a:p>
        </p:txBody>
      </p:sp>
      <p:sp>
        <p:nvSpPr>
          <p:cNvPr id="4" name="Date Placeholder 3">
            <a:extLst>
              <a:ext uri="{FF2B5EF4-FFF2-40B4-BE49-F238E27FC236}">
                <a16:creationId xmlns:a16="http://schemas.microsoft.com/office/drawing/2014/main" id="{43C1A14B-6FF1-5F68-75F1-5765809C2485}"/>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2BAA6D4B-5D30-BBBC-FE3B-1854F7906EDD}"/>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8DA1C51B-2E95-EF60-1959-8E43387DE674}"/>
              </a:ext>
            </a:extLst>
          </p:cNvPr>
          <p:cNvSpPr>
            <a:spLocks noGrp="1"/>
          </p:cNvSpPr>
          <p:nvPr>
            <p:ph type="sldNum" sz="quarter" idx="12"/>
          </p:nvPr>
        </p:nvSpPr>
        <p:spPr/>
        <p:txBody>
          <a:bodyPr/>
          <a:lstStyle/>
          <a:p>
            <a:fld id="{D23FE6AF-7EC0-4502-9F71-820950EA8DB2}" type="slidenum">
              <a:rPr lang="en-CA" smtClean="0"/>
              <a:t>28</a:t>
            </a:fld>
            <a:endParaRPr lang="en-CA"/>
          </a:p>
        </p:txBody>
      </p:sp>
    </p:spTree>
    <p:extLst>
      <p:ext uri="{BB962C8B-B14F-4D97-AF65-F5344CB8AC3E}">
        <p14:creationId xmlns:p14="http://schemas.microsoft.com/office/powerpoint/2010/main" val="868865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1170C-A56E-29C0-B0CF-CFFBE271F3FE}"/>
              </a:ext>
            </a:extLst>
          </p:cNvPr>
          <p:cNvSpPr>
            <a:spLocks noGrp="1"/>
          </p:cNvSpPr>
          <p:nvPr>
            <p:ph type="title"/>
          </p:nvPr>
        </p:nvSpPr>
        <p:spPr/>
        <p:txBody>
          <a:bodyPr/>
          <a:lstStyle/>
          <a:p>
            <a:r>
              <a:rPr lang="en-CA" dirty="0"/>
              <a:t>Addressing: Scaled Register Offset</a:t>
            </a:r>
          </a:p>
        </p:txBody>
      </p:sp>
      <p:sp>
        <p:nvSpPr>
          <p:cNvPr id="3" name="Content Placeholder 2">
            <a:extLst>
              <a:ext uri="{FF2B5EF4-FFF2-40B4-BE49-F238E27FC236}">
                <a16:creationId xmlns:a16="http://schemas.microsoft.com/office/drawing/2014/main" id="{15176B98-C026-D047-6358-98926092973D}"/>
              </a:ext>
            </a:extLst>
          </p:cNvPr>
          <p:cNvSpPr>
            <a:spLocks noGrp="1"/>
          </p:cNvSpPr>
          <p:nvPr>
            <p:ph idx="1"/>
          </p:nvPr>
        </p:nvSpPr>
        <p:spPr>
          <a:xfrm>
            <a:off x="838199" y="1825625"/>
            <a:ext cx="11129319" cy="4351338"/>
          </a:xfrm>
        </p:spPr>
        <p:txBody>
          <a:bodyPr/>
          <a:lstStyle/>
          <a:p>
            <a:r>
              <a:rPr lang="en-CA" dirty="0"/>
              <a:t>Offset scaled by element size</a:t>
            </a:r>
          </a:p>
          <a:p>
            <a:endParaRPr lang="en-CA" dirty="0"/>
          </a:p>
          <a:p>
            <a:pPr marL="0" indent="0">
              <a:buNone/>
            </a:pPr>
            <a:r>
              <a:rPr lang="pt-BR" sz="2400" dirty="0">
                <a:latin typeface="Courier"/>
              </a:rPr>
              <a:t>LDR r0, [r1, r2, LSL #2] </a:t>
            </a:r>
            <a:r>
              <a:rPr lang="pt-BR" sz="2400" dirty="0">
                <a:latin typeface="Courier"/>
                <a:sym typeface="Wingdings" panose="05000000000000000000" pitchFamily="2" charset="2"/>
              </a:rPr>
              <a:t> </a:t>
            </a:r>
            <a:r>
              <a:rPr lang="pt-BR" sz="2400" dirty="0">
                <a:latin typeface="Courier"/>
              </a:rPr>
              <a:t>r0 = *(uint32_t *)(r1 + r2 * 4)</a:t>
            </a:r>
          </a:p>
          <a:p>
            <a:pPr marL="0" indent="0">
              <a:buNone/>
            </a:pPr>
            <a:endParaRPr lang="pt-BR" sz="2400" dirty="0">
              <a:latin typeface="Courier"/>
            </a:endParaRPr>
          </a:p>
          <a:p>
            <a:pPr marL="0" indent="0">
              <a:buNone/>
            </a:pPr>
            <a:endParaRPr lang="pt-BR" sz="2400" dirty="0">
              <a:latin typeface="Courier"/>
            </a:endParaRPr>
          </a:p>
          <a:p>
            <a:pPr marL="0" indent="0">
              <a:buNone/>
            </a:pPr>
            <a:endParaRPr lang="pt-BR" sz="2400" dirty="0">
              <a:latin typeface="Courier"/>
            </a:endParaRPr>
          </a:p>
          <a:p>
            <a:pPr marL="0" indent="0">
              <a:buNone/>
            </a:pPr>
            <a:endParaRPr lang="pt-BR" sz="2400" dirty="0">
              <a:latin typeface="Courier"/>
            </a:endParaRPr>
          </a:p>
          <a:p>
            <a:pPr marL="0" indent="0">
              <a:buNone/>
            </a:pPr>
            <a:endParaRPr lang="pt-BR" sz="2400" dirty="0">
              <a:latin typeface="Courier"/>
            </a:endParaRPr>
          </a:p>
          <a:p>
            <a:pPr marL="0" indent="0">
              <a:buNone/>
            </a:pPr>
            <a:r>
              <a:rPr lang="pt-BR" sz="2400" dirty="0"/>
              <a:t>Makes for efficient table &amp; array indexing!</a:t>
            </a:r>
          </a:p>
        </p:txBody>
      </p:sp>
      <p:sp>
        <p:nvSpPr>
          <p:cNvPr id="4" name="Date Placeholder 3">
            <a:extLst>
              <a:ext uri="{FF2B5EF4-FFF2-40B4-BE49-F238E27FC236}">
                <a16:creationId xmlns:a16="http://schemas.microsoft.com/office/drawing/2014/main" id="{F9FEB5FA-6795-2AA1-ADF2-70B60E4A8060}"/>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8766588E-7925-BAE1-8391-57046E69D9F3}"/>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3B4DE938-C805-8DF9-E728-4F821A6BDC99}"/>
              </a:ext>
            </a:extLst>
          </p:cNvPr>
          <p:cNvSpPr>
            <a:spLocks noGrp="1"/>
          </p:cNvSpPr>
          <p:nvPr>
            <p:ph type="sldNum" sz="quarter" idx="12"/>
          </p:nvPr>
        </p:nvSpPr>
        <p:spPr/>
        <p:txBody>
          <a:bodyPr/>
          <a:lstStyle/>
          <a:p>
            <a:fld id="{D23FE6AF-7EC0-4502-9F71-820950EA8DB2}" type="slidenum">
              <a:rPr lang="en-CA" smtClean="0"/>
              <a:t>29</a:t>
            </a:fld>
            <a:endParaRPr lang="en-CA"/>
          </a:p>
        </p:txBody>
      </p:sp>
      <p:sp>
        <p:nvSpPr>
          <p:cNvPr id="7" name="TextBox 6">
            <a:extLst>
              <a:ext uri="{FF2B5EF4-FFF2-40B4-BE49-F238E27FC236}">
                <a16:creationId xmlns:a16="http://schemas.microsoft.com/office/drawing/2014/main" id="{35CF3162-F275-8F0C-5DE5-1E8A11795E30}"/>
              </a:ext>
            </a:extLst>
          </p:cNvPr>
          <p:cNvSpPr txBox="1"/>
          <p:nvPr/>
        </p:nvSpPr>
        <p:spPr>
          <a:xfrm>
            <a:off x="3076833" y="3521676"/>
            <a:ext cx="3737919" cy="1754326"/>
          </a:xfrm>
          <a:prstGeom prst="rect">
            <a:avLst/>
          </a:prstGeom>
          <a:noFill/>
          <a:ln>
            <a:solidFill>
              <a:schemeClr val="tx1"/>
            </a:solidFill>
          </a:ln>
        </p:spPr>
        <p:txBody>
          <a:bodyPr wrap="square" rtlCol="0">
            <a:spAutoFit/>
          </a:bodyPr>
          <a:lstStyle/>
          <a:p>
            <a:r>
              <a:rPr lang="en-CA" dirty="0"/>
              <a:t>LSL = Logical Shift Left:</a:t>
            </a:r>
          </a:p>
          <a:p>
            <a:endParaRPr lang="en-CA" dirty="0"/>
          </a:p>
          <a:p>
            <a:r>
              <a:rPr lang="en-CA" dirty="0">
                <a:latin typeface="Courier"/>
              </a:rPr>
              <a:t>LSL #1 = a &lt;&lt; 1 = a × 2</a:t>
            </a:r>
          </a:p>
          <a:p>
            <a:r>
              <a:rPr lang="en-CA" dirty="0">
                <a:latin typeface="Courier"/>
              </a:rPr>
              <a:t>LSL #2 = a &lt;&lt; 2 = a × 4</a:t>
            </a:r>
          </a:p>
          <a:p>
            <a:r>
              <a:rPr lang="en-CA" dirty="0">
                <a:latin typeface="Courier"/>
              </a:rPr>
              <a:t>LSL #3 = a &lt;&lt; 3 = a × 8</a:t>
            </a:r>
          </a:p>
          <a:p>
            <a:endParaRPr lang="en-CA" dirty="0"/>
          </a:p>
        </p:txBody>
      </p:sp>
    </p:spTree>
    <p:extLst>
      <p:ext uri="{BB962C8B-B14F-4D97-AF65-F5344CB8AC3E}">
        <p14:creationId xmlns:p14="http://schemas.microsoft.com/office/powerpoint/2010/main" val="1386122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C4542-3F64-6FF0-A00A-973BE53AA999}"/>
              </a:ext>
            </a:extLst>
          </p:cNvPr>
          <p:cNvSpPr>
            <a:spLocks noGrp="1"/>
          </p:cNvSpPr>
          <p:nvPr>
            <p:ph type="title"/>
          </p:nvPr>
        </p:nvSpPr>
        <p:spPr/>
        <p:txBody>
          <a:bodyPr/>
          <a:lstStyle/>
          <a:p>
            <a:r>
              <a:rPr lang="en-CA" dirty="0"/>
              <a:t>Addressing: Immediate</a:t>
            </a:r>
          </a:p>
        </p:txBody>
      </p:sp>
      <p:sp>
        <p:nvSpPr>
          <p:cNvPr id="3" name="Content Placeholder 2">
            <a:extLst>
              <a:ext uri="{FF2B5EF4-FFF2-40B4-BE49-F238E27FC236}">
                <a16:creationId xmlns:a16="http://schemas.microsoft.com/office/drawing/2014/main" id="{702E8D58-D851-7150-BC16-F83019AD1B21}"/>
              </a:ext>
            </a:extLst>
          </p:cNvPr>
          <p:cNvSpPr>
            <a:spLocks noGrp="1"/>
          </p:cNvSpPr>
          <p:nvPr>
            <p:ph idx="1"/>
          </p:nvPr>
        </p:nvSpPr>
        <p:spPr>
          <a:xfrm>
            <a:off x="990600" y="4099268"/>
            <a:ext cx="10515600" cy="2338602"/>
          </a:xfrm>
        </p:spPr>
        <p:txBody>
          <a:bodyPr/>
          <a:lstStyle/>
          <a:p>
            <a:pPr marL="0" indent="0">
              <a:buNone/>
            </a:pPr>
            <a:r>
              <a:rPr lang="en-CA" dirty="0"/>
              <a:t>Constraint: </a:t>
            </a:r>
            <a:r>
              <a:rPr lang="en-CA" b="1" dirty="0"/>
              <a:t>Operand size is limited</a:t>
            </a:r>
            <a:r>
              <a:rPr lang="en-CA" dirty="0"/>
              <a:t>, or you have weird encodings </a:t>
            </a:r>
            <a:r>
              <a:rPr lang="en-CA" i="1" dirty="0"/>
              <a:t>(we will see this later when we go through Arm instruction set)</a:t>
            </a:r>
          </a:p>
          <a:p>
            <a:pPr marL="0" indent="0">
              <a:buNone/>
            </a:pPr>
            <a:endParaRPr lang="en-CA" i="1" dirty="0"/>
          </a:p>
          <a:p>
            <a:pPr marL="0" indent="0">
              <a:buNone/>
            </a:pPr>
            <a:r>
              <a:rPr lang="en-CA" dirty="0"/>
              <a:t>Why? Remember we want </a:t>
            </a:r>
            <a:r>
              <a:rPr lang="en-CA" b="1" dirty="0"/>
              <a:t>fixed instruction lengths</a:t>
            </a:r>
            <a:r>
              <a:rPr lang="en-CA" dirty="0"/>
              <a:t>.</a:t>
            </a:r>
          </a:p>
        </p:txBody>
      </p:sp>
      <p:sp>
        <p:nvSpPr>
          <p:cNvPr id="4" name="Date Placeholder 3">
            <a:extLst>
              <a:ext uri="{FF2B5EF4-FFF2-40B4-BE49-F238E27FC236}">
                <a16:creationId xmlns:a16="http://schemas.microsoft.com/office/drawing/2014/main" id="{4056B42E-0054-DC10-918A-D441EF42BC20}"/>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C90EF2EA-CBFD-232C-2AB9-7F5335B3DFF0}"/>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5D7C1E9F-5705-AC87-6FDE-ADE0BFA19CE1}"/>
              </a:ext>
            </a:extLst>
          </p:cNvPr>
          <p:cNvSpPr>
            <a:spLocks noGrp="1"/>
          </p:cNvSpPr>
          <p:nvPr>
            <p:ph type="sldNum" sz="quarter" idx="12"/>
          </p:nvPr>
        </p:nvSpPr>
        <p:spPr/>
        <p:txBody>
          <a:bodyPr/>
          <a:lstStyle/>
          <a:p>
            <a:fld id="{D23FE6AF-7EC0-4502-9F71-820950EA8DB2}" type="slidenum">
              <a:rPr lang="en-CA" smtClean="0"/>
              <a:t>30</a:t>
            </a:fld>
            <a:endParaRPr lang="en-CA"/>
          </a:p>
        </p:txBody>
      </p:sp>
      <p:sp>
        <p:nvSpPr>
          <p:cNvPr id="7" name="Content Placeholder 2">
            <a:extLst>
              <a:ext uri="{FF2B5EF4-FFF2-40B4-BE49-F238E27FC236}">
                <a16:creationId xmlns:a16="http://schemas.microsoft.com/office/drawing/2014/main" id="{6AED5186-243A-14AD-3367-9F2EF84524A3}"/>
              </a:ext>
            </a:extLst>
          </p:cNvPr>
          <p:cNvSpPr txBox="1">
            <a:spLocks/>
          </p:cNvSpPr>
          <p:nvPr/>
        </p:nvSpPr>
        <p:spPr>
          <a:xfrm>
            <a:off x="990600" y="1978025"/>
            <a:ext cx="10515600" cy="23386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t>Operand is encoded directly in the instruction, e.g.:</a:t>
            </a:r>
          </a:p>
          <a:p>
            <a:pPr marL="0" indent="0">
              <a:buFont typeface="Arial" panose="020B0604020202020204" pitchFamily="34" charset="0"/>
              <a:buNone/>
            </a:pPr>
            <a:endParaRPr lang="en-CA"/>
          </a:p>
          <a:p>
            <a:pPr marL="0" indent="0">
              <a:buFont typeface="Arial" panose="020B0604020202020204" pitchFamily="34" charset="0"/>
              <a:buNone/>
            </a:pPr>
            <a:r>
              <a:rPr lang="en-CA">
                <a:latin typeface="Courier"/>
              </a:rPr>
              <a:t>ADD r0, r1, #5          </a:t>
            </a:r>
            <a:r>
              <a:rPr lang="en-CA">
                <a:latin typeface="Courier"/>
                <a:sym typeface="Wingdings" panose="05000000000000000000" pitchFamily="2" charset="2"/>
              </a:rPr>
              <a:t>  r0 = r1 + 5</a:t>
            </a:r>
            <a:endParaRPr lang="en-CA" dirty="0">
              <a:latin typeface="Courier"/>
            </a:endParaRPr>
          </a:p>
        </p:txBody>
      </p:sp>
    </p:spTree>
    <p:extLst>
      <p:ext uri="{BB962C8B-B14F-4D97-AF65-F5344CB8AC3E}">
        <p14:creationId xmlns:p14="http://schemas.microsoft.com/office/powerpoint/2010/main" val="3836216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A2E83-33FA-0916-D96F-68E932C64E2A}"/>
              </a:ext>
            </a:extLst>
          </p:cNvPr>
          <p:cNvSpPr>
            <a:spLocks noGrp="1"/>
          </p:cNvSpPr>
          <p:nvPr>
            <p:ph type="title"/>
          </p:nvPr>
        </p:nvSpPr>
        <p:spPr/>
        <p:txBody>
          <a:bodyPr/>
          <a:lstStyle/>
          <a:p>
            <a:r>
              <a:rPr lang="en-CA" dirty="0"/>
              <a:t>Addressing: Immediate (Cont’d)</a:t>
            </a:r>
          </a:p>
        </p:txBody>
      </p:sp>
      <p:sp>
        <p:nvSpPr>
          <p:cNvPr id="3" name="Content Placeholder 2">
            <a:extLst>
              <a:ext uri="{FF2B5EF4-FFF2-40B4-BE49-F238E27FC236}">
                <a16:creationId xmlns:a16="http://schemas.microsoft.com/office/drawing/2014/main" id="{19B204A6-7AC7-FC32-F900-1C1BD3F15032}"/>
              </a:ext>
            </a:extLst>
          </p:cNvPr>
          <p:cNvSpPr>
            <a:spLocks noGrp="1"/>
          </p:cNvSpPr>
          <p:nvPr>
            <p:ph idx="1"/>
          </p:nvPr>
        </p:nvSpPr>
        <p:spPr>
          <a:xfrm>
            <a:off x="838200" y="1825625"/>
            <a:ext cx="10515600" cy="2153251"/>
          </a:xfrm>
        </p:spPr>
        <p:txBody>
          <a:bodyPr/>
          <a:lstStyle/>
          <a:p>
            <a:pPr marL="0" indent="0">
              <a:buNone/>
            </a:pPr>
            <a:r>
              <a:rPr lang="en-CA" dirty="0"/>
              <a:t>e.g., using Immediate Addressing to load a larger constant:</a:t>
            </a:r>
          </a:p>
          <a:p>
            <a:pPr marL="0" indent="0">
              <a:buNone/>
            </a:pPr>
            <a:endParaRPr lang="en-CA" dirty="0"/>
          </a:p>
          <a:p>
            <a:pPr marL="0" indent="0">
              <a:buNone/>
            </a:pPr>
            <a:r>
              <a:rPr lang="en-US" dirty="0">
                <a:latin typeface="Courier"/>
              </a:rPr>
              <a:t>MOVW r0, #0x1234   ; Move Wide (lower 16 bits)</a:t>
            </a:r>
          </a:p>
          <a:p>
            <a:pPr marL="0" indent="0">
              <a:buNone/>
            </a:pPr>
            <a:r>
              <a:rPr lang="en-US" dirty="0">
                <a:latin typeface="Courier"/>
              </a:rPr>
              <a:t>MOVT r0, #0x5678   ; Move Top  (upper 16 bits)</a:t>
            </a:r>
            <a:endParaRPr lang="en-CA" dirty="0">
              <a:latin typeface="Courier"/>
            </a:endParaRPr>
          </a:p>
        </p:txBody>
      </p:sp>
      <p:sp>
        <p:nvSpPr>
          <p:cNvPr id="4" name="Date Placeholder 3">
            <a:extLst>
              <a:ext uri="{FF2B5EF4-FFF2-40B4-BE49-F238E27FC236}">
                <a16:creationId xmlns:a16="http://schemas.microsoft.com/office/drawing/2014/main" id="{DE0DEF68-F003-E4BE-6174-4C9B1486AB9E}"/>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652E4597-8727-6DFC-D444-D1D1A3E2125F}"/>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A8DCC4D5-FEE0-5CD1-DF06-1EE59ABFF172}"/>
              </a:ext>
            </a:extLst>
          </p:cNvPr>
          <p:cNvSpPr>
            <a:spLocks noGrp="1"/>
          </p:cNvSpPr>
          <p:nvPr>
            <p:ph type="sldNum" sz="quarter" idx="12"/>
          </p:nvPr>
        </p:nvSpPr>
        <p:spPr/>
        <p:txBody>
          <a:bodyPr/>
          <a:lstStyle/>
          <a:p>
            <a:fld id="{D23FE6AF-7EC0-4502-9F71-820950EA8DB2}" type="slidenum">
              <a:rPr lang="en-CA" smtClean="0"/>
              <a:t>31</a:t>
            </a:fld>
            <a:endParaRPr lang="en-CA"/>
          </a:p>
        </p:txBody>
      </p:sp>
      <p:sp>
        <p:nvSpPr>
          <p:cNvPr id="9" name="Content Placeholder 2">
            <a:extLst>
              <a:ext uri="{FF2B5EF4-FFF2-40B4-BE49-F238E27FC236}">
                <a16:creationId xmlns:a16="http://schemas.microsoft.com/office/drawing/2014/main" id="{307917EF-C44E-BBF2-6083-CD24514DD685}"/>
              </a:ext>
            </a:extLst>
          </p:cNvPr>
          <p:cNvSpPr txBox="1">
            <a:spLocks/>
          </p:cNvSpPr>
          <p:nvPr/>
        </p:nvSpPr>
        <p:spPr>
          <a:xfrm>
            <a:off x="961768" y="4770652"/>
            <a:ext cx="10515600" cy="9319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A" i="1" dirty="0"/>
              <a:t>…ARM uses a more complex encoding even that means these won’t work as-is necessarily, more on that later…</a:t>
            </a:r>
            <a:endParaRPr lang="en-CA" i="1" dirty="0">
              <a:latin typeface="Courier"/>
            </a:endParaRPr>
          </a:p>
        </p:txBody>
      </p:sp>
    </p:spTree>
    <p:extLst>
      <p:ext uri="{BB962C8B-B14F-4D97-AF65-F5344CB8AC3E}">
        <p14:creationId xmlns:p14="http://schemas.microsoft.com/office/powerpoint/2010/main" val="3844588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1FAF-D696-47EB-4582-E9094703A316}"/>
              </a:ext>
            </a:extLst>
          </p:cNvPr>
          <p:cNvSpPr>
            <a:spLocks noGrp="1"/>
          </p:cNvSpPr>
          <p:nvPr>
            <p:ph type="title"/>
          </p:nvPr>
        </p:nvSpPr>
        <p:spPr/>
        <p:txBody>
          <a:bodyPr/>
          <a:lstStyle/>
          <a:p>
            <a:r>
              <a:rPr lang="en-CA" dirty="0"/>
              <a:t>Addressing: PC-Relative</a:t>
            </a:r>
          </a:p>
        </p:txBody>
      </p:sp>
      <p:sp>
        <p:nvSpPr>
          <p:cNvPr id="3" name="Content Placeholder 2">
            <a:extLst>
              <a:ext uri="{FF2B5EF4-FFF2-40B4-BE49-F238E27FC236}">
                <a16:creationId xmlns:a16="http://schemas.microsoft.com/office/drawing/2014/main" id="{A7A3044A-7492-6FBF-5EDA-4867A5F94C6E}"/>
              </a:ext>
            </a:extLst>
          </p:cNvPr>
          <p:cNvSpPr>
            <a:spLocks noGrp="1"/>
          </p:cNvSpPr>
          <p:nvPr>
            <p:ph idx="1"/>
          </p:nvPr>
        </p:nvSpPr>
        <p:spPr/>
        <p:txBody>
          <a:bodyPr/>
          <a:lstStyle/>
          <a:p>
            <a:r>
              <a:rPr lang="en-CA" dirty="0"/>
              <a:t>Address = PC + Offset:</a:t>
            </a:r>
          </a:p>
          <a:p>
            <a:pPr marL="0" indent="0">
              <a:buNone/>
            </a:pPr>
            <a:r>
              <a:rPr lang="en-CA" dirty="0">
                <a:latin typeface="Courier"/>
              </a:rPr>
              <a:t>LDR r0, [pc, #24]	</a:t>
            </a:r>
            <a:r>
              <a:rPr lang="en-CA" dirty="0">
                <a:latin typeface="Courier"/>
                <a:sym typeface="Wingdings" panose="05000000000000000000" pitchFamily="2" charset="2"/>
              </a:rPr>
              <a:t> r0 = </a:t>
            </a:r>
            <a:r>
              <a:rPr lang="pt-BR" dirty="0">
                <a:latin typeface="Courier"/>
              </a:rPr>
              <a:t>*(uint32_t *)(pc + 24)</a:t>
            </a:r>
          </a:p>
          <a:p>
            <a:pPr marL="0" indent="0">
              <a:buNone/>
            </a:pPr>
            <a:endParaRPr lang="pt-BR" dirty="0">
              <a:latin typeface="Courier"/>
            </a:endParaRPr>
          </a:p>
          <a:p>
            <a:pPr marL="0" indent="0">
              <a:buNone/>
            </a:pPr>
            <a:r>
              <a:rPr lang="pt-BR" dirty="0"/>
              <a:t>Load </a:t>
            </a:r>
            <a:r>
              <a:rPr lang="pt-BR" i="1" dirty="0"/>
              <a:t>relative to the current code location</a:t>
            </a:r>
            <a:r>
              <a:rPr lang="pt-BR" dirty="0"/>
              <a:t>. This is a powerful tool as it means </a:t>
            </a:r>
            <a:r>
              <a:rPr lang="pt-BR" i="1" dirty="0"/>
              <a:t> if you move the code &amp; constants together, the addresses are all still accurate</a:t>
            </a:r>
            <a:r>
              <a:rPr lang="pt-BR" dirty="0"/>
              <a:t>.</a:t>
            </a:r>
          </a:p>
          <a:p>
            <a:pPr marL="0" indent="0">
              <a:buNone/>
            </a:pPr>
            <a:endParaRPr lang="pt-BR" dirty="0"/>
          </a:p>
          <a:p>
            <a:pPr marL="0" indent="0">
              <a:buNone/>
            </a:pPr>
            <a:r>
              <a:rPr lang="pt-BR" dirty="0"/>
              <a:t>This is used for loading constants in flash normally, which get placed near the code they are used in.</a:t>
            </a:r>
          </a:p>
          <a:p>
            <a:pPr marL="0" indent="0">
              <a:buNone/>
            </a:pPr>
            <a:endParaRPr lang="en-CA" dirty="0">
              <a:latin typeface="Courier"/>
            </a:endParaRPr>
          </a:p>
        </p:txBody>
      </p:sp>
      <p:sp>
        <p:nvSpPr>
          <p:cNvPr id="4" name="Date Placeholder 3">
            <a:extLst>
              <a:ext uri="{FF2B5EF4-FFF2-40B4-BE49-F238E27FC236}">
                <a16:creationId xmlns:a16="http://schemas.microsoft.com/office/drawing/2014/main" id="{2E61D94A-9D30-04FA-0E76-52ACFE3C78D3}"/>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44D1F312-82AC-7C37-6DD0-A1529196A05D}"/>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560045ED-1692-F253-D8B8-7C10EF4E2366}"/>
              </a:ext>
            </a:extLst>
          </p:cNvPr>
          <p:cNvSpPr>
            <a:spLocks noGrp="1"/>
          </p:cNvSpPr>
          <p:nvPr>
            <p:ph type="sldNum" sz="quarter" idx="12"/>
          </p:nvPr>
        </p:nvSpPr>
        <p:spPr/>
        <p:txBody>
          <a:bodyPr/>
          <a:lstStyle/>
          <a:p>
            <a:fld id="{D23FE6AF-7EC0-4502-9F71-820950EA8DB2}" type="slidenum">
              <a:rPr lang="en-CA" smtClean="0"/>
              <a:t>32</a:t>
            </a:fld>
            <a:endParaRPr lang="en-CA"/>
          </a:p>
        </p:txBody>
      </p:sp>
    </p:spTree>
    <p:extLst>
      <p:ext uri="{BB962C8B-B14F-4D97-AF65-F5344CB8AC3E}">
        <p14:creationId xmlns:p14="http://schemas.microsoft.com/office/powerpoint/2010/main" val="2364416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4C25-F070-D949-69CD-9D07FCF569F8}"/>
              </a:ext>
            </a:extLst>
          </p:cNvPr>
          <p:cNvSpPr>
            <a:spLocks noGrp="1"/>
          </p:cNvSpPr>
          <p:nvPr>
            <p:ph type="title"/>
          </p:nvPr>
        </p:nvSpPr>
        <p:spPr/>
        <p:txBody>
          <a:bodyPr/>
          <a:lstStyle/>
          <a:p>
            <a:r>
              <a:rPr lang="en-CA" dirty="0"/>
              <a:t>Addressing: PC-Relative Branches</a:t>
            </a:r>
          </a:p>
        </p:txBody>
      </p:sp>
      <p:sp>
        <p:nvSpPr>
          <p:cNvPr id="3" name="Content Placeholder 2">
            <a:extLst>
              <a:ext uri="{FF2B5EF4-FFF2-40B4-BE49-F238E27FC236}">
                <a16:creationId xmlns:a16="http://schemas.microsoft.com/office/drawing/2014/main" id="{865FF4E2-81BE-00D1-3A1F-8B8CEC698E28}"/>
              </a:ext>
            </a:extLst>
          </p:cNvPr>
          <p:cNvSpPr>
            <a:spLocks noGrp="1"/>
          </p:cNvSpPr>
          <p:nvPr>
            <p:ph idx="1"/>
          </p:nvPr>
        </p:nvSpPr>
        <p:spPr/>
        <p:txBody>
          <a:bodyPr/>
          <a:lstStyle/>
          <a:p>
            <a:r>
              <a:rPr lang="en-CA" dirty="0"/>
              <a:t>Not data, but we have the same thing for the “branch” (control flow) instruction:</a:t>
            </a:r>
          </a:p>
          <a:p>
            <a:endParaRPr lang="en-CA" dirty="0"/>
          </a:p>
          <a:p>
            <a:pPr marL="0" indent="0">
              <a:buNone/>
            </a:pPr>
            <a:r>
              <a:rPr lang="en-CA" dirty="0">
                <a:latin typeface="Courier"/>
              </a:rPr>
              <a:t>B #64 	</a:t>
            </a:r>
            <a:r>
              <a:rPr lang="en-CA" dirty="0">
                <a:latin typeface="Courier"/>
                <a:sym typeface="Wingdings" panose="05000000000000000000" pitchFamily="2" charset="2"/>
              </a:rPr>
              <a:t>	pc = pc + 64</a:t>
            </a:r>
          </a:p>
          <a:p>
            <a:pPr marL="0" indent="0">
              <a:buNone/>
            </a:pPr>
            <a:endParaRPr lang="en-CA" dirty="0">
              <a:latin typeface="Courier"/>
              <a:sym typeface="Wingdings" panose="05000000000000000000" pitchFamily="2" charset="2"/>
            </a:endParaRPr>
          </a:p>
          <a:p>
            <a:pPr marL="0" indent="0">
              <a:buNone/>
            </a:pPr>
            <a:r>
              <a:rPr lang="en-CA" dirty="0"/>
              <a:t>Relative means code can be relocated without recalculating branches.</a:t>
            </a:r>
          </a:p>
        </p:txBody>
      </p:sp>
      <p:sp>
        <p:nvSpPr>
          <p:cNvPr id="4" name="Date Placeholder 3">
            <a:extLst>
              <a:ext uri="{FF2B5EF4-FFF2-40B4-BE49-F238E27FC236}">
                <a16:creationId xmlns:a16="http://schemas.microsoft.com/office/drawing/2014/main" id="{6B3FAFFD-C9AB-12DE-70F6-20AAA366E1C8}"/>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340DD92A-D171-9AC3-6C9C-2B81B94A3FC7}"/>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818E71A8-200F-3737-0E97-D9A8D4D0DB74}"/>
              </a:ext>
            </a:extLst>
          </p:cNvPr>
          <p:cNvSpPr>
            <a:spLocks noGrp="1"/>
          </p:cNvSpPr>
          <p:nvPr>
            <p:ph type="sldNum" sz="quarter" idx="12"/>
          </p:nvPr>
        </p:nvSpPr>
        <p:spPr/>
        <p:txBody>
          <a:bodyPr/>
          <a:lstStyle/>
          <a:p>
            <a:fld id="{D23FE6AF-7EC0-4502-9F71-820950EA8DB2}" type="slidenum">
              <a:rPr lang="en-CA" smtClean="0"/>
              <a:t>33</a:t>
            </a:fld>
            <a:endParaRPr lang="en-CA"/>
          </a:p>
        </p:txBody>
      </p:sp>
    </p:spTree>
    <p:extLst>
      <p:ext uri="{BB962C8B-B14F-4D97-AF65-F5344CB8AC3E}">
        <p14:creationId xmlns:p14="http://schemas.microsoft.com/office/powerpoint/2010/main" val="33195836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9BD4E-A780-19EF-0B3E-778EE08E9C1D}"/>
              </a:ext>
            </a:extLst>
          </p:cNvPr>
          <p:cNvSpPr>
            <a:spLocks noGrp="1"/>
          </p:cNvSpPr>
          <p:nvPr>
            <p:ph type="title"/>
          </p:nvPr>
        </p:nvSpPr>
        <p:spPr/>
        <p:txBody>
          <a:bodyPr/>
          <a:lstStyle/>
          <a:p>
            <a:r>
              <a:rPr lang="en-CA" dirty="0"/>
              <a:t>Addressing: Pre-Indexed Addressing</a:t>
            </a:r>
          </a:p>
        </p:txBody>
      </p:sp>
      <p:sp>
        <p:nvSpPr>
          <p:cNvPr id="3" name="Content Placeholder 2">
            <a:extLst>
              <a:ext uri="{FF2B5EF4-FFF2-40B4-BE49-F238E27FC236}">
                <a16:creationId xmlns:a16="http://schemas.microsoft.com/office/drawing/2014/main" id="{ED25DA57-5E17-E692-FF54-F7EC936E15D7}"/>
              </a:ext>
            </a:extLst>
          </p:cNvPr>
          <p:cNvSpPr>
            <a:spLocks noGrp="1"/>
          </p:cNvSpPr>
          <p:nvPr>
            <p:ph idx="1"/>
          </p:nvPr>
        </p:nvSpPr>
        <p:spPr/>
        <p:txBody>
          <a:bodyPr>
            <a:normAutofit lnSpcReduction="10000"/>
          </a:bodyPr>
          <a:lstStyle/>
          <a:p>
            <a:pPr marL="0" indent="0">
              <a:buNone/>
            </a:pPr>
            <a:r>
              <a:rPr lang="en-CA" dirty="0"/>
              <a:t>Address is updated </a:t>
            </a:r>
            <a:r>
              <a:rPr lang="en-CA" u="sng" dirty="0"/>
              <a:t>before</a:t>
            </a:r>
            <a:r>
              <a:rPr lang="en-CA" dirty="0"/>
              <a:t> access. E.g.:</a:t>
            </a:r>
            <a:endParaRPr lang="en-CA" dirty="0">
              <a:latin typeface="Courier"/>
            </a:endParaRPr>
          </a:p>
          <a:p>
            <a:pPr marL="0" indent="0">
              <a:buNone/>
            </a:pPr>
            <a:r>
              <a:rPr lang="en-CA" dirty="0">
                <a:latin typeface="Courier"/>
              </a:rPr>
              <a:t>	</a:t>
            </a:r>
          </a:p>
          <a:p>
            <a:pPr marL="0" indent="0">
              <a:buNone/>
            </a:pPr>
            <a:r>
              <a:rPr lang="en-CA" dirty="0">
                <a:latin typeface="Courier"/>
              </a:rPr>
              <a:t>	LDR r0, [r1, #4]!	</a:t>
            </a:r>
          </a:p>
          <a:p>
            <a:pPr marL="0" indent="0">
              <a:buNone/>
            </a:pPr>
            <a:endParaRPr lang="en-CA" dirty="0"/>
          </a:p>
          <a:p>
            <a:pPr marL="0" indent="0">
              <a:buNone/>
            </a:pPr>
            <a:r>
              <a:rPr lang="en-CA" dirty="0"/>
              <a:t>Is decoded to:</a:t>
            </a:r>
          </a:p>
          <a:p>
            <a:pPr marL="0" indent="0">
              <a:buNone/>
            </a:pPr>
            <a:r>
              <a:rPr lang="en-CA" dirty="0">
                <a:latin typeface="Courier"/>
              </a:rPr>
              <a:t>	r1 = r1 + 4</a:t>
            </a:r>
          </a:p>
          <a:p>
            <a:pPr marL="0" indent="0">
              <a:buNone/>
            </a:pPr>
            <a:r>
              <a:rPr lang="en-CA" dirty="0">
                <a:latin typeface="Courier"/>
              </a:rPr>
              <a:t>	r0 = *(r1)</a:t>
            </a:r>
          </a:p>
          <a:p>
            <a:pPr marL="0" indent="0">
              <a:buNone/>
            </a:pPr>
            <a:endParaRPr lang="en-CA" dirty="0">
              <a:latin typeface="Courier"/>
            </a:endParaRPr>
          </a:p>
          <a:p>
            <a:pPr marL="0" indent="0">
              <a:buNone/>
            </a:pPr>
            <a:r>
              <a:rPr lang="en-CA" dirty="0"/>
              <a:t>Very handy for pointer incrementing!</a:t>
            </a:r>
          </a:p>
        </p:txBody>
      </p:sp>
      <p:sp>
        <p:nvSpPr>
          <p:cNvPr id="4" name="Date Placeholder 3">
            <a:extLst>
              <a:ext uri="{FF2B5EF4-FFF2-40B4-BE49-F238E27FC236}">
                <a16:creationId xmlns:a16="http://schemas.microsoft.com/office/drawing/2014/main" id="{19455503-76E8-11C9-C209-EB5D1F912B07}"/>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4420ECCE-D435-D351-6EB5-01643ADB79E8}"/>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CB25929D-D031-84C3-364C-84D0B7E2FE55}"/>
              </a:ext>
            </a:extLst>
          </p:cNvPr>
          <p:cNvSpPr>
            <a:spLocks noGrp="1"/>
          </p:cNvSpPr>
          <p:nvPr>
            <p:ph type="sldNum" sz="quarter" idx="12"/>
          </p:nvPr>
        </p:nvSpPr>
        <p:spPr/>
        <p:txBody>
          <a:bodyPr/>
          <a:lstStyle/>
          <a:p>
            <a:fld id="{D23FE6AF-7EC0-4502-9F71-820950EA8DB2}" type="slidenum">
              <a:rPr lang="en-CA" smtClean="0"/>
              <a:t>34</a:t>
            </a:fld>
            <a:endParaRPr lang="en-CA"/>
          </a:p>
        </p:txBody>
      </p:sp>
    </p:spTree>
    <p:extLst>
      <p:ext uri="{BB962C8B-B14F-4D97-AF65-F5344CB8AC3E}">
        <p14:creationId xmlns:p14="http://schemas.microsoft.com/office/powerpoint/2010/main" val="1485895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7C0C8-4A20-9D92-C616-E1B430F0D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0EAE-D3D9-2A98-E30F-9F51BA037D0A}"/>
              </a:ext>
            </a:extLst>
          </p:cNvPr>
          <p:cNvSpPr>
            <a:spLocks noGrp="1"/>
          </p:cNvSpPr>
          <p:nvPr>
            <p:ph type="title"/>
          </p:nvPr>
        </p:nvSpPr>
        <p:spPr/>
        <p:txBody>
          <a:bodyPr/>
          <a:lstStyle/>
          <a:p>
            <a:r>
              <a:rPr lang="en-CA" dirty="0"/>
              <a:t>Addressing: Post-Indexed Addressing</a:t>
            </a:r>
          </a:p>
        </p:txBody>
      </p:sp>
      <p:sp>
        <p:nvSpPr>
          <p:cNvPr id="3" name="Content Placeholder 2">
            <a:extLst>
              <a:ext uri="{FF2B5EF4-FFF2-40B4-BE49-F238E27FC236}">
                <a16:creationId xmlns:a16="http://schemas.microsoft.com/office/drawing/2014/main" id="{0975AB50-A01F-4A23-ACE1-5F1FBD0E26CC}"/>
              </a:ext>
            </a:extLst>
          </p:cNvPr>
          <p:cNvSpPr>
            <a:spLocks noGrp="1"/>
          </p:cNvSpPr>
          <p:nvPr>
            <p:ph idx="1"/>
          </p:nvPr>
        </p:nvSpPr>
        <p:spPr/>
        <p:txBody>
          <a:bodyPr>
            <a:normAutofit lnSpcReduction="10000"/>
          </a:bodyPr>
          <a:lstStyle/>
          <a:p>
            <a:pPr marL="0" indent="0">
              <a:buNone/>
            </a:pPr>
            <a:r>
              <a:rPr lang="en-CA" dirty="0"/>
              <a:t>Address is updated </a:t>
            </a:r>
            <a:r>
              <a:rPr lang="en-CA" u="sng" dirty="0"/>
              <a:t>after</a:t>
            </a:r>
            <a:r>
              <a:rPr lang="en-CA" dirty="0"/>
              <a:t> access. E.g.:</a:t>
            </a:r>
            <a:endParaRPr lang="en-CA" dirty="0">
              <a:latin typeface="Courier"/>
            </a:endParaRPr>
          </a:p>
          <a:p>
            <a:pPr marL="0" indent="0">
              <a:buNone/>
            </a:pPr>
            <a:r>
              <a:rPr lang="en-CA" dirty="0">
                <a:latin typeface="Courier"/>
              </a:rPr>
              <a:t>	</a:t>
            </a:r>
          </a:p>
          <a:p>
            <a:pPr marL="0" indent="0">
              <a:buNone/>
            </a:pPr>
            <a:r>
              <a:rPr lang="en-CA" dirty="0">
                <a:latin typeface="Courier"/>
              </a:rPr>
              <a:t>	LDR r0, [r1], #4</a:t>
            </a:r>
          </a:p>
          <a:p>
            <a:pPr marL="0" indent="0">
              <a:buNone/>
            </a:pPr>
            <a:endParaRPr lang="en-CA" dirty="0"/>
          </a:p>
          <a:p>
            <a:pPr marL="0" indent="0">
              <a:buNone/>
            </a:pPr>
            <a:r>
              <a:rPr lang="en-CA" dirty="0"/>
              <a:t>Is decoded to:</a:t>
            </a:r>
          </a:p>
          <a:p>
            <a:pPr marL="0" indent="0">
              <a:buNone/>
            </a:pPr>
            <a:r>
              <a:rPr lang="en-CA" dirty="0">
                <a:latin typeface="Courier"/>
              </a:rPr>
              <a:t>	r0 = *(r1)</a:t>
            </a:r>
          </a:p>
          <a:p>
            <a:pPr marL="0" indent="0">
              <a:buNone/>
            </a:pPr>
            <a:r>
              <a:rPr lang="en-CA" dirty="0">
                <a:latin typeface="Courier"/>
              </a:rPr>
              <a:t>	r1 = r1 + 4</a:t>
            </a:r>
          </a:p>
          <a:p>
            <a:pPr marL="0" indent="0">
              <a:buNone/>
            </a:pPr>
            <a:r>
              <a:rPr lang="en-CA" dirty="0">
                <a:latin typeface="Courier"/>
              </a:rPr>
              <a:t>	</a:t>
            </a:r>
          </a:p>
          <a:p>
            <a:pPr marL="0" indent="0">
              <a:buNone/>
            </a:pPr>
            <a:r>
              <a:rPr lang="en-CA" dirty="0"/>
              <a:t>Very handy for copy loops!</a:t>
            </a:r>
          </a:p>
        </p:txBody>
      </p:sp>
      <p:sp>
        <p:nvSpPr>
          <p:cNvPr id="4" name="Date Placeholder 3">
            <a:extLst>
              <a:ext uri="{FF2B5EF4-FFF2-40B4-BE49-F238E27FC236}">
                <a16:creationId xmlns:a16="http://schemas.microsoft.com/office/drawing/2014/main" id="{929494CD-4B33-6648-A9A3-ED0699B3E638}"/>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B531BD54-AEB0-C47C-FB3E-A952A5164AD9}"/>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4146D9D4-1BF3-02DE-E546-37EBBEFFAE4A}"/>
              </a:ext>
            </a:extLst>
          </p:cNvPr>
          <p:cNvSpPr>
            <a:spLocks noGrp="1"/>
          </p:cNvSpPr>
          <p:nvPr>
            <p:ph type="sldNum" sz="quarter" idx="12"/>
          </p:nvPr>
        </p:nvSpPr>
        <p:spPr/>
        <p:txBody>
          <a:bodyPr/>
          <a:lstStyle/>
          <a:p>
            <a:fld id="{D23FE6AF-7EC0-4502-9F71-820950EA8DB2}" type="slidenum">
              <a:rPr lang="en-CA" smtClean="0"/>
              <a:t>35</a:t>
            </a:fld>
            <a:endParaRPr lang="en-CA"/>
          </a:p>
        </p:txBody>
      </p:sp>
    </p:spTree>
    <p:extLst>
      <p:ext uri="{BB962C8B-B14F-4D97-AF65-F5344CB8AC3E}">
        <p14:creationId xmlns:p14="http://schemas.microsoft.com/office/powerpoint/2010/main" val="205570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5176-BDFD-6626-0A6C-2628A5A29372}"/>
              </a:ext>
            </a:extLst>
          </p:cNvPr>
          <p:cNvSpPr>
            <a:spLocks noGrp="1"/>
          </p:cNvSpPr>
          <p:nvPr>
            <p:ph type="title"/>
          </p:nvPr>
        </p:nvSpPr>
        <p:spPr/>
        <p:txBody>
          <a:bodyPr/>
          <a:lstStyle/>
          <a:p>
            <a:r>
              <a:rPr lang="en-CA" dirty="0"/>
              <a:t>Memory Model</a:t>
            </a:r>
          </a:p>
        </p:txBody>
      </p:sp>
      <p:sp>
        <p:nvSpPr>
          <p:cNvPr id="3" name="Content Placeholder 2">
            <a:extLst>
              <a:ext uri="{FF2B5EF4-FFF2-40B4-BE49-F238E27FC236}">
                <a16:creationId xmlns:a16="http://schemas.microsoft.com/office/drawing/2014/main" id="{1ECC158E-E7F9-FCA2-832C-E5B746D06B92}"/>
              </a:ext>
            </a:extLst>
          </p:cNvPr>
          <p:cNvSpPr>
            <a:spLocks noGrp="1"/>
          </p:cNvSpPr>
          <p:nvPr>
            <p:ph idx="1"/>
          </p:nvPr>
        </p:nvSpPr>
        <p:spPr>
          <a:xfrm>
            <a:off x="838200" y="1690688"/>
            <a:ext cx="10515600" cy="1374775"/>
          </a:xfrm>
        </p:spPr>
        <p:txBody>
          <a:bodyPr/>
          <a:lstStyle/>
          <a:p>
            <a:r>
              <a:rPr lang="en-CA" b="1" i="1" dirty="0">
                <a:solidFill>
                  <a:schemeClr val="accent6">
                    <a:lumMod val="75000"/>
                  </a:schemeClr>
                </a:solidFill>
              </a:rPr>
              <a:t>Ad</a:t>
            </a:r>
            <a:r>
              <a:rPr lang="en-US" b="1" i="1" dirty="0">
                <a:solidFill>
                  <a:schemeClr val="accent6">
                    <a:lumMod val="75000"/>
                  </a:schemeClr>
                </a:solidFill>
              </a:rPr>
              <a:t>dressing mode</a:t>
            </a:r>
            <a:r>
              <a:rPr lang="en-US" i="1" dirty="0">
                <a:solidFill>
                  <a:schemeClr val="accent6">
                    <a:lumMod val="75000"/>
                  </a:schemeClr>
                </a:solidFill>
              </a:rPr>
              <a:t>: how an address is computed</a:t>
            </a:r>
          </a:p>
          <a:p>
            <a:r>
              <a:rPr lang="en-US" b="1" i="1" dirty="0">
                <a:solidFill>
                  <a:schemeClr val="accent6">
                    <a:lumMod val="75000"/>
                  </a:schemeClr>
                </a:solidFill>
              </a:rPr>
              <a:t>Memory model</a:t>
            </a:r>
            <a:r>
              <a:rPr lang="en-US" i="1" dirty="0">
                <a:solidFill>
                  <a:schemeClr val="accent6">
                    <a:lumMod val="75000"/>
                  </a:schemeClr>
                </a:solidFill>
              </a:rPr>
              <a:t>: how memory operations are ordered in execution</a:t>
            </a:r>
            <a:endParaRPr lang="en-CA" i="1" dirty="0">
              <a:solidFill>
                <a:schemeClr val="accent6">
                  <a:lumMod val="75000"/>
                </a:schemeClr>
              </a:solidFill>
            </a:endParaRPr>
          </a:p>
        </p:txBody>
      </p:sp>
      <p:sp>
        <p:nvSpPr>
          <p:cNvPr id="4" name="Date Placeholder 3">
            <a:extLst>
              <a:ext uri="{FF2B5EF4-FFF2-40B4-BE49-F238E27FC236}">
                <a16:creationId xmlns:a16="http://schemas.microsoft.com/office/drawing/2014/main" id="{3A30265A-9574-EEFB-85F8-F6205A410883}"/>
              </a:ext>
            </a:extLst>
          </p:cNvPr>
          <p:cNvSpPr>
            <a:spLocks noGrp="1"/>
          </p:cNvSpPr>
          <p:nvPr>
            <p:ph type="dt" sz="half" idx="10"/>
          </p:nvPr>
        </p:nvSpPr>
        <p:spPr/>
        <p:txBody>
          <a:bodyPr/>
          <a:lstStyle/>
          <a:p>
            <a:fld id="{06C00DEA-0353-4BA8-9CC4-7EBEB279CE02}" type="datetime1">
              <a:rPr lang="en-CA" smtClean="0"/>
              <a:t>2026-03-14</a:t>
            </a:fld>
            <a:endParaRPr lang="en-CA"/>
          </a:p>
        </p:txBody>
      </p:sp>
      <p:sp>
        <p:nvSpPr>
          <p:cNvPr id="5" name="Footer Placeholder 4">
            <a:extLst>
              <a:ext uri="{FF2B5EF4-FFF2-40B4-BE49-F238E27FC236}">
                <a16:creationId xmlns:a16="http://schemas.microsoft.com/office/drawing/2014/main" id="{7A4B1D87-8930-DD19-57F7-83856C3896EF}"/>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B6304A81-1248-E3DB-B33F-A14DA86A7A07}"/>
              </a:ext>
            </a:extLst>
          </p:cNvPr>
          <p:cNvSpPr>
            <a:spLocks noGrp="1"/>
          </p:cNvSpPr>
          <p:nvPr>
            <p:ph type="sldNum" sz="quarter" idx="12"/>
          </p:nvPr>
        </p:nvSpPr>
        <p:spPr/>
        <p:txBody>
          <a:bodyPr/>
          <a:lstStyle/>
          <a:p>
            <a:fld id="{D23FE6AF-7EC0-4502-9F71-820950EA8DB2}" type="slidenum">
              <a:rPr lang="en-CA" smtClean="0"/>
              <a:t>36</a:t>
            </a:fld>
            <a:endParaRPr lang="en-CA"/>
          </a:p>
        </p:txBody>
      </p:sp>
      <p:sp>
        <p:nvSpPr>
          <p:cNvPr id="8" name="Content Placeholder 2">
            <a:extLst>
              <a:ext uri="{FF2B5EF4-FFF2-40B4-BE49-F238E27FC236}">
                <a16:creationId xmlns:a16="http://schemas.microsoft.com/office/drawing/2014/main" id="{D95DFE1D-706B-A1D8-FEB3-A9BFC8BE7305}"/>
              </a:ext>
            </a:extLst>
          </p:cNvPr>
          <p:cNvSpPr txBox="1">
            <a:spLocks/>
          </p:cNvSpPr>
          <p:nvPr/>
        </p:nvSpPr>
        <p:spPr>
          <a:xfrm>
            <a:off x="899984" y="3163201"/>
            <a:ext cx="10515600" cy="292142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b="1" dirty="0"/>
              <a:t>Sequentially Consistent</a:t>
            </a:r>
          </a:p>
          <a:p>
            <a:pPr lvl="1"/>
            <a:r>
              <a:rPr lang="en-CA" dirty="0"/>
              <a:t>Everything happens in program order</a:t>
            </a:r>
          </a:p>
          <a:p>
            <a:pPr lvl="1"/>
            <a:r>
              <a:rPr lang="en-CA" dirty="0"/>
              <a:t>Slower (can get caught on one slow execution)</a:t>
            </a:r>
          </a:p>
          <a:p>
            <a:pPr lvl="1"/>
            <a:endParaRPr lang="en-CA" dirty="0"/>
          </a:p>
          <a:p>
            <a:r>
              <a:rPr lang="en-CA" b="1" dirty="0"/>
              <a:t>Relaxed Model</a:t>
            </a:r>
          </a:p>
          <a:p>
            <a:pPr lvl="1"/>
            <a:r>
              <a:rPr lang="en-CA" dirty="0"/>
              <a:t>Reordering allowed</a:t>
            </a:r>
          </a:p>
          <a:p>
            <a:pPr lvl="1"/>
            <a:r>
              <a:rPr lang="en-CA" dirty="0"/>
              <a:t>Higher performance</a:t>
            </a:r>
          </a:p>
        </p:txBody>
      </p:sp>
    </p:spTree>
    <p:extLst>
      <p:ext uri="{BB962C8B-B14F-4D97-AF65-F5344CB8AC3E}">
        <p14:creationId xmlns:p14="http://schemas.microsoft.com/office/powerpoint/2010/main" val="3733357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5105-0E22-39CF-FB32-667AE48B5E7D}"/>
              </a:ext>
            </a:extLst>
          </p:cNvPr>
          <p:cNvSpPr>
            <a:spLocks noGrp="1"/>
          </p:cNvSpPr>
          <p:nvPr>
            <p:ph type="title"/>
          </p:nvPr>
        </p:nvSpPr>
        <p:spPr/>
        <p:txBody>
          <a:bodyPr/>
          <a:lstStyle/>
          <a:p>
            <a:r>
              <a:rPr lang="en-CA" dirty="0"/>
              <a:t>Arm Memory Model</a:t>
            </a:r>
          </a:p>
        </p:txBody>
      </p:sp>
      <p:sp>
        <p:nvSpPr>
          <p:cNvPr id="3" name="Content Placeholder 2">
            <a:extLst>
              <a:ext uri="{FF2B5EF4-FFF2-40B4-BE49-F238E27FC236}">
                <a16:creationId xmlns:a16="http://schemas.microsoft.com/office/drawing/2014/main" id="{EA10FED3-7825-EF9F-C0E0-4AFD0086EC3F}"/>
              </a:ext>
            </a:extLst>
          </p:cNvPr>
          <p:cNvSpPr>
            <a:spLocks noGrp="1"/>
          </p:cNvSpPr>
          <p:nvPr>
            <p:ph idx="1"/>
          </p:nvPr>
        </p:nvSpPr>
        <p:spPr/>
        <p:txBody>
          <a:bodyPr/>
          <a:lstStyle/>
          <a:p>
            <a:r>
              <a:rPr lang="en-CA" dirty="0"/>
              <a:t>ARM is </a:t>
            </a:r>
            <a:r>
              <a:rPr lang="en-CA" i="1" dirty="0"/>
              <a:t>explicitly</a:t>
            </a:r>
            <a:r>
              <a:rPr lang="en-CA" dirty="0"/>
              <a:t> relaxed (most modern ISAs are relaxed)</a:t>
            </a:r>
          </a:p>
          <a:p>
            <a:r>
              <a:rPr lang="en-CA" dirty="0"/>
              <a:t>Special care taken when order matters:</a:t>
            </a:r>
          </a:p>
          <a:p>
            <a:endParaRPr lang="en-CA" dirty="0"/>
          </a:p>
          <a:p>
            <a:pPr lvl="1"/>
            <a:r>
              <a:rPr lang="en-CA" dirty="0"/>
              <a:t>“Barriers” are an instruction that tells arm to </a:t>
            </a:r>
            <a:r>
              <a:rPr lang="en-CA" u="sng" dirty="0"/>
              <a:t>ensure memory operations complete before continuing execution</a:t>
            </a:r>
            <a:endParaRPr lang="en-CA" dirty="0"/>
          </a:p>
          <a:p>
            <a:pPr lvl="1"/>
            <a:endParaRPr lang="en-CA" dirty="0"/>
          </a:p>
          <a:p>
            <a:pPr lvl="1"/>
            <a:r>
              <a:rPr lang="en-CA" dirty="0"/>
              <a:t>Atomic operations guarantee a complete write or read happens </a:t>
            </a:r>
          </a:p>
        </p:txBody>
      </p:sp>
      <p:sp>
        <p:nvSpPr>
          <p:cNvPr id="4" name="Date Placeholder 3">
            <a:extLst>
              <a:ext uri="{FF2B5EF4-FFF2-40B4-BE49-F238E27FC236}">
                <a16:creationId xmlns:a16="http://schemas.microsoft.com/office/drawing/2014/main" id="{1C0959E0-429C-7473-1087-850D4BE6B9F2}"/>
              </a:ext>
            </a:extLst>
          </p:cNvPr>
          <p:cNvSpPr>
            <a:spLocks noGrp="1"/>
          </p:cNvSpPr>
          <p:nvPr>
            <p:ph type="dt" sz="half" idx="10"/>
          </p:nvPr>
        </p:nvSpPr>
        <p:spPr/>
        <p:txBody>
          <a:bodyPr/>
          <a:lstStyle/>
          <a:p>
            <a:fld id="{A30A5468-6C81-488C-8FAD-3E6EF1C4BE79}" type="datetime1">
              <a:rPr lang="en-CA" smtClean="0"/>
              <a:t>2026-03-14</a:t>
            </a:fld>
            <a:endParaRPr lang="en-CA"/>
          </a:p>
        </p:txBody>
      </p:sp>
      <p:sp>
        <p:nvSpPr>
          <p:cNvPr id="5" name="Footer Placeholder 4">
            <a:extLst>
              <a:ext uri="{FF2B5EF4-FFF2-40B4-BE49-F238E27FC236}">
                <a16:creationId xmlns:a16="http://schemas.microsoft.com/office/drawing/2014/main" id="{B8DDDD8D-021C-64BF-01EA-B1F7E44699E4}"/>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F6D1848C-4D38-2E06-A459-D3E96DA7AB63}"/>
              </a:ext>
            </a:extLst>
          </p:cNvPr>
          <p:cNvSpPr>
            <a:spLocks noGrp="1"/>
          </p:cNvSpPr>
          <p:nvPr>
            <p:ph type="sldNum" sz="quarter" idx="12"/>
          </p:nvPr>
        </p:nvSpPr>
        <p:spPr/>
        <p:txBody>
          <a:bodyPr/>
          <a:lstStyle/>
          <a:p>
            <a:fld id="{D23FE6AF-7EC0-4502-9F71-820950EA8DB2}" type="slidenum">
              <a:rPr lang="en-CA" smtClean="0"/>
              <a:t>37</a:t>
            </a:fld>
            <a:endParaRPr lang="en-CA"/>
          </a:p>
        </p:txBody>
      </p:sp>
    </p:spTree>
    <p:extLst>
      <p:ext uri="{BB962C8B-B14F-4D97-AF65-F5344CB8AC3E}">
        <p14:creationId xmlns:p14="http://schemas.microsoft.com/office/powerpoint/2010/main" val="27567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73F8B-5495-C00C-46CA-0AD8608C50A3}"/>
              </a:ext>
            </a:extLst>
          </p:cNvPr>
          <p:cNvSpPr>
            <a:spLocks noGrp="1"/>
          </p:cNvSpPr>
          <p:nvPr>
            <p:ph type="title"/>
          </p:nvPr>
        </p:nvSpPr>
        <p:spPr/>
        <p:txBody>
          <a:bodyPr/>
          <a:lstStyle/>
          <a:p>
            <a:r>
              <a:rPr lang="en-CA" dirty="0"/>
              <a:t>Odd ISA Instructions?</a:t>
            </a:r>
          </a:p>
        </p:txBody>
      </p:sp>
      <p:sp>
        <p:nvSpPr>
          <p:cNvPr id="3" name="Content Placeholder 2">
            <a:extLst>
              <a:ext uri="{FF2B5EF4-FFF2-40B4-BE49-F238E27FC236}">
                <a16:creationId xmlns:a16="http://schemas.microsoft.com/office/drawing/2014/main" id="{7F523E03-BAE9-C6A1-962B-9A3D581AA9F3}"/>
              </a:ext>
            </a:extLst>
          </p:cNvPr>
          <p:cNvSpPr>
            <a:spLocks noGrp="1"/>
          </p:cNvSpPr>
          <p:nvPr>
            <p:ph idx="1"/>
          </p:nvPr>
        </p:nvSpPr>
        <p:spPr/>
        <p:txBody>
          <a:bodyPr>
            <a:normAutofit fontScale="92500" lnSpcReduction="20000"/>
          </a:bodyPr>
          <a:lstStyle/>
          <a:p>
            <a:pPr marL="0" indent="0">
              <a:buNone/>
            </a:pPr>
            <a:r>
              <a:rPr lang="en-CA" b="1" dirty="0">
                <a:solidFill>
                  <a:srgbClr val="FF0000"/>
                </a:solidFill>
              </a:rPr>
              <a:t>ISAs try to encode common patterns, not just arbitrary math.</a:t>
            </a:r>
          </a:p>
          <a:p>
            <a:pPr marL="0" indent="0">
              <a:buNone/>
            </a:pPr>
            <a:endParaRPr lang="en-CA" dirty="0"/>
          </a:p>
          <a:p>
            <a:r>
              <a:rPr lang="en-CA" dirty="0"/>
              <a:t>You may run across “weird” instructions, like:</a:t>
            </a:r>
          </a:p>
          <a:p>
            <a:pPr lvl="1"/>
            <a:r>
              <a:rPr lang="en-CA" dirty="0"/>
              <a:t>Bit-field operations (set &amp; clear bits)</a:t>
            </a:r>
          </a:p>
          <a:p>
            <a:pPr lvl="1"/>
            <a:r>
              <a:rPr lang="en-CA" dirty="0"/>
              <a:t>Multiply-accumulate</a:t>
            </a:r>
          </a:p>
          <a:p>
            <a:pPr lvl="1"/>
            <a:r>
              <a:rPr lang="en-CA" dirty="0"/>
              <a:t>Special barrier instructions</a:t>
            </a:r>
          </a:p>
          <a:p>
            <a:pPr lvl="1"/>
            <a:endParaRPr lang="en-CA" dirty="0"/>
          </a:p>
          <a:p>
            <a:r>
              <a:rPr lang="en-CA" dirty="0"/>
              <a:t>These are normally designed to optimize common embedded use-cases, like:</a:t>
            </a:r>
          </a:p>
          <a:p>
            <a:pPr lvl="1"/>
            <a:r>
              <a:rPr lang="en-CA" dirty="0"/>
              <a:t>Setting/clearing bits in registers</a:t>
            </a:r>
          </a:p>
          <a:p>
            <a:pPr lvl="1"/>
            <a:r>
              <a:rPr lang="en-CA" dirty="0"/>
              <a:t>Enabling efficient compiler patterns</a:t>
            </a:r>
          </a:p>
          <a:p>
            <a:pPr lvl="1"/>
            <a:r>
              <a:rPr lang="en-CA" dirty="0"/>
              <a:t>For specific power or timing reasons</a:t>
            </a:r>
          </a:p>
        </p:txBody>
      </p:sp>
      <p:sp>
        <p:nvSpPr>
          <p:cNvPr id="4" name="Date Placeholder 3">
            <a:extLst>
              <a:ext uri="{FF2B5EF4-FFF2-40B4-BE49-F238E27FC236}">
                <a16:creationId xmlns:a16="http://schemas.microsoft.com/office/drawing/2014/main" id="{81584F53-82D4-2EDA-C1C0-1B55168E03EF}"/>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E1D51D45-0578-FA51-4A51-0AB867F719AD}"/>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3A0716D1-190C-60F2-5D6F-C52CCE854EEF}"/>
              </a:ext>
            </a:extLst>
          </p:cNvPr>
          <p:cNvSpPr>
            <a:spLocks noGrp="1"/>
          </p:cNvSpPr>
          <p:nvPr>
            <p:ph type="sldNum" sz="quarter" idx="12"/>
          </p:nvPr>
        </p:nvSpPr>
        <p:spPr/>
        <p:txBody>
          <a:bodyPr/>
          <a:lstStyle/>
          <a:p>
            <a:fld id="{D23FE6AF-7EC0-4502-9F71-820950EA8DB2}" type="slidenum">
              <a:rPr lang="en-CA" smtClean="0"/>
              <a:t>38</a:t>
            </a:fld>
            <a:endParaRPr lang="en-CA"/>
          </a:p>
        </p:txBody>
      </p:sp>
    </p:spTree>
    <p:extLst>
      <p:ext uri="{BB962C8B-B14F-4D97-AF65-F5344CB8AC3E}">
        <p14:creationId xmlns:p14="http://schemas.microsoft.com/office/powerpoint/2010/main" val="3530876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27ED9-ADA5-A4D2-EDB7-93B340070008}"/>
              </a:ext>
            </a:extLst>
          </p:cNvPr>
          <p:cNvSpPr>
            <a:spLocks noGrp="1"/>
          </p:cNvSpPr>
          <p:nvPr>
            <p:ph type="title"/>
          </p:nvPr>
        </p:nvSpPr>
        <p:spPr/>
        <p:txBody>
          <a:bodyPr/>
          <a:lstStyle/>
          <a:p>
            <a:r>
              <a:rPr lang="en-CA" dirty="0"/>
              <a:t>The ARM ISA Family</a:t>
            </a:r>
          </a:p>
        </p:txBody>
      </p:sp>
      <p:sp>
        <p:nvSpPr>
          <p:cNvPr id="3" name="Content Placeholder 2">
            <a:extLst>
              <a:ext uri="{FF2B5EF4-FFF2-40B4-BE49-F238E27FC236}">
                <a16:creationId xmlns:a16="http://schemas.microsoft.com/office/drawing/2014/main" id="{AFD04D67-B29B-02CD-94E1-9D85AB165051}"/>
              </a:ext>
            </a:extLst>
          </p:cNvPr>
          <p:cNvSpPr>
            <a:spLocks noGrp="1"/>
          </p:cNvSpPr>
          <p:nvPr>
            <p:ph idx="1"/>
          </p:nvPr>
        </p:nvSpPr>
        <p:spPr/>
        <p:txBody>
          <a:bodyPr>
            <a:normAutofit fontScale="92500"/>
          </a:bodyPr>
          <a:lstStyle/>
          <a:p>
            <a:r>
              <a:rPr lang="en-CA" sz="4000" dirty="0"/>
              <a:t>(</a:t>
            </a:r>
            <a:r>
              <a:rPr lang="en-CA" sz="4000" b="1" dirty="0"/>
              <a:t>A</a:t>
            </a:r>
            <a:r>
              <a:rPr lang="en-CA" sz="4000" dirty="0"/>
              <a:t>)</a:t>
            </a:r>
            <a:r>
              <a:rPr lang="en-CA" sz="4000" dirty="0" err="1"/>
              <a:t>pplication</a:t>
            </a:r>
            <a:endParaRPr lang="en-CA" sz="4000" dirty="0"/>
          </a:p>
          <a:p>
            <a:r>
              <a:rPr lang="en-CA" sz="4000" dirty="0"/>
              <a:t>(</a:t>
            </a:r>
            <a:r>
              <a:rPr lang="en-CA" sz="4000" b="1" dirty="0"/>
              <a:t>R</a:t>
            </a:r>
            <a:r>
              <a:rPr lang="en-CA" sz="4000" dirty="0"/>
              <a:t>)</a:t>
            </a:r>
            <a:r>
              <a:rPr lang="en-CA" sz="4000" dirty="0" err="1"/>
              <a:t>eal</a:t>
            </a:r>
            <a:r>
              <a:rPr lang="en-CA" sz="4000" dirty="0"/>
              <a:t>-Time</a:t>
            </a:r>
          </a:p>
          <a:p>
            <a:r>
              <a:rPr lang="en-CA" sz="4000" dirty="0"/>
              <a:t>(</a:t>
            </a:r>
            <a:r>
              <a:rPr lang="en-CA" sz="4000" b="1" dirty="0"/>
              <a:t>M</a:t>
            </a:r>
            <a:r>
              <a:rPr lang="en-CA" sz="4000" dirty="0"/>
              <a:t>)</a:t>
            </a:r>
            <a:r>
              <a:rPr lang="en-CA" sz="4000" dirty="0" err="1"/>
              <a:t>icrocontroller</a:t>
            </a:r>
            <a:endParaRPr lang="en-CA" sz="4000" dirty="0"/>
          </a:p>
          <a:p>
            <a:endParaRPr lang="en-CA" sz="4000" dirty="0"/>
          </a:p>
          <a:p>
            <a:r>
              <a:rPr lang="en-CA" sz="3200" dirty="0"/>
              <a:t>Arm Cortex-A = Application Level (Cell Phone)</a:t>
            </a:r>
          </a:p>
          <a:p>
            <a:r>
              <a:rPr lang="en-CA" sz="3200" dirty="0"/>
              <a:t>Arm Cortex-M = Microcontroller (what we’ll look at)</a:t>
            </a:r>
          </a:p>
          <a:p>
            <a:r>
              <a:rPr lang="en-CA" sz="3200" dirty="0"/>
              <a:t>Arm Cortex-R = Real-time specific (similar to microcontroller)</a:t>
            </a:r>
          </a:p>
          <a:p>
            <a:endParaRPr lang="en-CA" sz="4000" dirty="0"/>
          </a:p>
        </p:txBody>
      </p:sp>
      <p:sp>
        <p:nvSpPr>
          <p:cNvPr id="4" name="Date Placeholder 3">
            <a:extLst>
              <a:ext uri="{FF2B5EF4-FFF2-40B4-BE49-F238E27FC236}">
                <a16:creationId xmlns:a16="http://schemas.microsoft.com/office/drawing/2014/main" id="{0C6B4852-63A0-5E9C-FFFB-4DC6C2740143}"/>
              </a:ext>
            </a:extLst>
          </p:cNvPr>
          <p:cNvSpPr>
            <a:spLocks noGrp="1"/>
          </p:cNvSpPr>
          <p:nvPr>
            <p:ph type="dt" sz="half" idx="10"/>
          </p:nvPr>
        </p:nvSpPr>
        <p:spPr/>
        <p:txBody>
          <a:bodyPr/>
          <a:lstStyle/>
          <a:p>
            <a:fld id="{BB0C3F25-0B1F-4CFC-846F-92E31C00EB32}" type="datetime1">
              <a:rPr lang="en-CA" smtClean="0"/>
              <a:t>2026-03-14</a:t>
            </a:fld>
            <a:endParaRPr lang="en-CA"/>
          </a:p>
        </p:txBody>
      </p:sp>
      <p:sp>
        <p:nvSpPr>
          <p:cNvPr id="5" name="Footer Placeholder 4">
            <a:extLst>
              <a:ext uri="{FF2B5EF4-FFF2-40B4-BE49-F238E27FC236}">
                <a16:creationId xmlns:a16="http://schemas.microsoft.com/office/drawing/2014/main" id="{A077BBC4-CC1A-B246-1145-9C761D033DB5}"/>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2D9569AB-3D55-E6A0-B087-048578D71108}"/>
              </a:ext>
            </a:extLst>
          </p:cNvPr>
          <p:cNvSpPr>
            <a:spLocks noGrp="1"/>
          </p:cNvSpPr>
          <p:nvPr>
            <p:ph type="sldNum" sz="quarter" idx="12"/>
          </p:nvPr>
        </p:nvSpPr>
        <p:spPr/>
        <p:txBody>
          <a:bodyPr/>
          <a:lstStyle/>
          <a:p>
            <a:fld id="{D23FE6AF-7EC0-4502-9F71-820950EA8DB2}" type="slidenum">
              <a:rPr lang="en-CA" smtClean="0"/>
              <a:t>39</a:t>
            </a:fld>
            <a:endParaRPr lang="en-CA"/>
          </a:p>
        </p:txBody>
      </p:sp>
    </p:spTree>
    <p:extLst>
      <p:ext uri="{BB962C8B-B14F-4D97-AF65-F5344CB8AC3E}">
        <p14:creationId xmlns:p14="http://schemas.microsoft.com/office/powerpoint/2010/main" val="3203480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E869-C9E0-BDF7-ACE7-F41DBD09FC59}"/>
              </a:ext>
            </a:extLst>
          </p:cNvPr>
          <p:cNvSpPr>
            <a:spLocks noGrp="1"/>
          </p:cNvSpPr>
          <p:nvPr>
            <p:ph type="title"/>
          </p:nvPr>
        </p:nvSpPr>
        <p:spPr/>
        <p:txBody>
          <a:bodyPr/>
          <a:lstStyle/>
          <a:p>
            <a:r>
              <a:rPr lang="en-CA" dirty="0"/>
              <a:t>Sidenote on ARM Meaning</a:t>
            </a:r>
          </a:p>
        </p:txBody>
      </p:sp>
      <p:sp>
        <p:nvSpPr>
          <p:cNvPr id="3" name="Content Placeholder 2">
            <a:extLst>
              <a:ext uri="{FF2B5EF4-FFF2-40B4-BE49-F238E27FC236}">
                <a16:creationId xmlns:a16="http://schemas.microsoft.com/office/drawing/2014/main" id="{9EAF1856-6766-CB0F-7D02-D72EDD3391C0}"/>
              </a:ext>
            </a:extLst>
          </p:cNvPr>
          <p:cNvSpPr>
            <a:spLocks noGrp="1"/>
          </p:cNvSpPr>
          <p:nvPr>
            <p:ph idx="1"/>
          </p:nvPr>
        </p:nvSpPr>
        <p:spPr/>
        <p:txBody>
          <a:bodyPr>
            <a:normAutofit/>
          </a:bodyPr>
          <a:lstStyle/>
          <a:p>
            <a:pPr marL="0" indent="0" algn="ctr">
              <a:buNone/>
            </a:pPr>
            <a:endParaRPr lang="en-CA" sz="4400" b="1" dirty="0"/>
          </a:p>
          <a:p>
            <a:pPr marL="0" indent="0" algn="ctr">
              <a:buNone/>
            </a:pPr>
            <a:r>
              <a:rPr lang="en-CA" sz="4400" b="1" dirty="0"/>
              <a:t>ARM = Advanced RISC Machine</a:t>
            </a:r>
          </a:p>
        </p:txBody>
      </p:sp>
      <p:sp>
        <p:nvSpPr>
          <p:cNvPr id="4" name="Date Placeholder 3">
            <a:extLst>
              <a:ext uri="{FF2B5EF4-FFF2-40B4-BE49-F238E27FC236}">
                <a16:creationId xmlns:a16="http://schemas.microsoft.com/office/drawing/2014/main" id="{9D454FAA-4952-6E36-7F7A-5AC2CE27D1C5}"/>
              </a:ext>
            </a:extLst>
          </p:cNvPr>
          <p:cNvSpPr>
            <a:spLocks noGrp="1"/>
          </p:cNvSpPr>
          <p:nvPr>
            <p:ph type="dt" sz="half" idx="10"/>
          </p:nvPr>
        </p:nvSpPr>
        <p:spPr/>
        <p:txBody>
          <a:bodyPr/>
          <a:lstStyle/>
          <a:p>
            <a:fld id="{222AA48A-7496-470B-9F91-603A0C2F46CB}" type="datetime1">
              <a:rPr lang="en-CA" smtClean="0"/>
              <a:t>2026-03-14</a:t>
            </a:fld>
            <a:endParaRPr lang="en-CA"/>
          </a:p>
        </p:txBody>
      </p:sp>
      <p:sp>
        <p:nvSpPr>
          <p:cNvPr id="5" name="Footer Placeholder 4">
            <a:extLst>
              <a:ext uri="{FF2B5EF4-FFF2-40B4-BE49-F238E27FC236}">
                <a16:creationId xmlns:a16="http://schemas.microsoft.com/office/drawing/2014/main" id="{C5885A51-488E-941D-FF3F-5DD477AB97C8}"/>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1561AD13-55B7-15EC-6F50-E5BED3757490}"/>
              </a:ext>
            </a:extLst>
          </p:cNvPr>
          <p:cNvSpPr>
            <a:spLocks noGrp="1"/>
          </p:cNvSpPr>
          <p:nvPr>
            <p:ph type="sldNum" sz="quarter" idx="12"/>
          </p:nvPr>
        </p:nvSpPr>
        <p:spPr/>
        <p:txBody>
          <a:bodyPr/>
          <a:lstStyle/>
          <a:p>
            <a:fld id="{D23FE6AF-7EC0-4502-9F71-820950EA8DB2}" type="slidenum">
              <a:rPr lang="en-CA" smtClean="0"/>
              <a:t>40</a:t>
            </a:fld>
            <a:endParaRPr lang="en-CA"/>
          </a:p>
        </p:txBody>
      </p:sp>
    </p:spTree>
    <p:extLst>
      <p:ext uri="{BB962C8B-B14F-4D97-AF65-F5344CB8AC3E}">
        <p14:creationId xmlns:p14="http://schemas.microsoft.com/office/powerpoint/2010/main" val="718816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2825-96C7-7F7B-79C7-AF58E21D67AD}"/>
              </a:ext>
            </a:extLst>
          </p:cNvPr>
          <p:cNvSpPr>
            <a:spLocks noGrp="1"/>
          </p:cNvSpPr>
          <p:nvPr>
            <p:ph type="title"/>
          </p:nvPr>
        </p:nvSpPr>
        <p:spPr/>
        <p:txBody>
          <a:bodyPr/>
          <a:lstStyle/>
          <a:p>
            <a:r>
              <a:rPr lang="en-CA" dirty="0"/>
              <a:t>ISA Code Compatibility – e.g., Arm ISA</a:t>
            </a:r>
          </a:p>
        </p:txBody>
      </p:sp>
      <p:sp>
        <p:nvSpPr>
          <p:cNvPr id="4" name="Date Placeholder 3">
            <a:extLst>
              <a:ext uri="{FF2B5EF4-FFF2-40B4-BE49-F238E27FC236}">
                <a16:creationId xmlns:a16="http://schemas.microsoft.com/office/drawing/2014/main" id="{85081FC6-7A6E-C529-7B8A-A22C8944E8A0}"/>
              </a:ext>
            </a:extLst>
          </p:cNvPr>
          <p:cNvSpPr>
            <a:spLocks noGrp="1"/>
          </p:cNvSpPr>
          <p:nvPr>
            <p:ph type="dt" sz="half" idx="10"/>
          </p:nvPr>
        </p:nvSpPr>
        <p:spPr/>
        <p:txBody>
          <a:bodyPr/>
          <a:lstStyle/>
          <a:p>
            <a:fld id="{FFE7AEC7-36D9-47D3-9430-479CD19F2A8F}" type="datetime1">
              <a:rPr lang="en-CA" smtClean="0"/>
              <a:t>2026-03-14</a:t>
            </a:fld>
            <a:endParaRPr lang="en-CA"/>
          </a:p>
        </p:txBody>
      </p:sp>
      <p:sp>
        <p:nvSpPr>
          <p:cNvPr id="5" name="Footer Placeholder 4">
            <a:extLst>
              <a:ext uri="{FF2B5EF4-FFF2-40B4-BE49-F238E27FC236}">
                <a16:creationId xmlns:a16="http://schemas.microsoft.com/office/drawing/2014/main" id="{7B9A9B1F-1C12-F2AB-AF10-E1775EBFC358}"/>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96B40B72-77C3-FC24-455E-95A49B242403}"/>
              </a:ext>
            </a:extLst>
          </p:cNvPr>
          <p:cNvSpPr>
            <a:spLocks noGrp="1"/>
          </p:cNvSpPr>
          <p:nvPr>
            <p:ph type="sldNum" sz="quarter" idx="12"/>
          </p:nvPr>
        </p:nvSpPr>
        <p:spPr/>
        <p:txBody>
          <a:bodyPr/>
          <a:lstStyle/>
          <a:p>
            <a:fld id="{D23FE6AF-7EC0-4502-9F71-820950EA8DB2}" type="slidenum">
              <a:rPr lang="en-CA" smtClean="0"/>
              <a:t>41</a:t>
            </a:fld>
            <a:endParaRPr lang="en-CA"/>
          </a:p>
        </p:txBody>
      </p:sp>
      <p:graphicFrame>
        <p:nvGraphicFramePr>
          <p:cNvPr id="7" name="Table 6">
            <a:extLst>
              <a:ext uri="{FF2B5EF4-FFF2-40B4-BE49-F238E27FC236}">
                <a16:creationId xmlns:a16="http://schemas.microsoft.com/office/drawing/2014/main" id="{AE07EC8D-3DAA-E2ED-09C9-0942816549BA}"/>
              </a:ext>
            </a:extLst>
          </p:cNvPr>
          <p:cNvGraphicFramePr>
            <a:graphicFrameLocks noGrp="1"/>
          </p:cNvGraphicFramePr>
          <p:nvPr>
            <p:extLst>
              <p:ext uri="{D42A27DB-BD31-4B8C-83A1-F6EECF244321}">
                <p14:modId xmlns:p14="http://schemas.microsoft.com/office/powerpoint/2010/main" val="1584942220"/>
              </p:ext>
            </p:extLst>
          </p:nvPr>
        </p:nvGraphicFramePr>
        <p:xfrm>
          <a:off x="547576" y="1994930"/>
          <a:ext cx="11282915" cy="3122873"/>
        </p:xfrm>
        <a:graphic>
          <a:graphicData uri="http://schemas.openxmlformats.org/drawingml/2006/table">
            <a:tbl>
              <a:tblPr/>
              <a:tblGrid>
                <a:gridCol w="1775494">
                  <a:extLst>
                    <a:ext uri="{9D8B030D-6E8A-4147-A177-3AD203B41FA5}">
                      <a16:colId xmlns:a16="http://schemas.microsoft.com/office/drawing/2014/main" val="3535344137"/>
                    </a:ext>
                  </a:extLst>
                </a:gridCol>
                <a:gridCol w="1581665">
                  <a:extLst>
                    <a:ext uri="{9D8B030D-6E8A-4147-A177-3AD203B41FA5}">
                      <a16:colId xmlns:a16="http://schemas.microsoft.com/office/drawing/2014/main" val="2444735598"/>
                    </a:ext>
                  </a:extLst>
                </a:gridCol>
                <a:gridCol w="1563130">
                  <a:extLst>
                    <a:ext uri="{9D8B030D-6E8A-4147-A177-3AD203B41FA5}">
                      <a16:colId xmlns:a16="http://schemas.microsoft.com/office/drawing/2014/main" val="1185930391"/>
                    </a:ext>
                  </a:extLst>
                </a:gridCol>
                <a:gridCol w="1563130">
                  <a:extLst>
                    <a:ext uri="{9D8B030D-6E8A-4147-A177-3AD203B41FA5}">
                      <a16:colId xmlns:a16="http://schemas.microsoft.com/office/drawing/2014/main" val="3605317683"/>
                    </a:ext>
                  </a:extLst>
                </a:gridCol>
                <a:gridCol w="1655805">
                  <a:extLst>
                    <a:ext uri="{9D8B030D-6E8A-4147-A177-3AD203B41FA5}">
                      <a16:colId xmlns:a16="http://schemas.microsoft.com/office/drawing/2014/main" val="982370747"/>
                    </a:ext>
                  </a:extLst>
                </a:gridCol>
                <a:gridCol w="1575486">
                  <a:extLst>
                    <a:ext uri="{9D8B030D-6E8A-4147-A177-3AD203B41FA5}">
                      <a16:colId xmlns:a16="http://schemas.microsoft.com/office/drawing/2014/main" val="2118736375"/>
                    </a:ext>
                  </a:extLst>
                </a:gridCol>
                <a:gridCol w="1568205">
                  <a:extLst>
                    <a:ext uri="{9D8B030D-6E8A-4147-A177-3AD203B41FA5}">
                      <a16:colId xmlns:a16="http://schemas.microsoft.com/office/drawing/2014/main" val="1424247347"/>
                    </a:ext>
                  </a:extLst>
                </a:gridCol>
              </a:tblGrid>
              <a:tr h="430741">
                <a:tc>
                  <a:txBody>
                    <a:bodyPr/>
                    <a:lstStyle/>
                    <a:p>
                      <a:pPr>
                        <a:buNone/>
                      </a:pPr>
                      <a:r>
                        <a:rPr lang="en-CA" sz="1800"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M0 / M0+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011753"/>
                  </a:ext>
                </a:extLst>
              </a:tr>
              <a:tr h="753797">
                <a:tc>
                  <a:txBody>
                    <a:bodyPr/>
                    <a:lstStyle/>
                    <a:p>
                      <a:pPr>
                        <a:buNone/>
                      </a:pPr>
                      <a:r>
                        <a:rPr lang="en-CA" sz="1800" b="1" dirty="0"/>
                        <a:t>Thumb (16-bit)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1792321"/>
                  </a:ext>
                </a:extLst>
              </a:tr>
              <a:tr h="753797">
                <a:tc>
                  <a:txBody>
                    <a:bodyPr/>
                    <a:lstStyle/>
                    <a:p>
                      <a:pPr>
                        <a:buNone/>
                      </a:pPr>
                      <a:r>
                        <a:rPr lang="en-CA" sz="1800" b="1" dirty="0"/>
                        <a:t>Thumb-2 (32-bit)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7552545"/>
                  </a:ext>
                </a:extLst>
              </a:tr>
              <a:tr h="753797">
                <a:tc>
                  <a:txBody>
                    <a:bodyPr/>
                    <a:lstStyle/>
                    <a:p>
                      <a:pPr>
                        <a:buNone/>
                      </a:pPr>
                      <a:r>
                        <a:rPr lang="en-CA" sz="1800" b="1" dirty="0"/>
                        <a:t>MOVW / MOVT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909501"/>
                  </a:ext>
                </a:extLst>
              </a:tr>
              <a:tr h="430741">
                <a:tc>
                  <a:txBody>
                    <a:bodyPr/>
                    <a:lstStyle/>
                    <a:p>
                      <a:pPr>
                        <a:buNone/>
                      </a:pPr>
                      <a:r>
                        <a:rPr lang="en-CA" sz="1800" b="1" dirty="0"/>
                        <a:t>ISA 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ARMv6-M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ARMv7-M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ARMv7E-M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ARMv7E-M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ARMv8-M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ARMv8-M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5425870"/>
                  </a:ext>
                </a:extLst>
              </a:tr>
            </a:tbl>
          </a:graphicData>
        </a:graphic>
      </p:graphicFrame>
    </p:spTree>
    <p:extLst>
      <p:ext uri="{BB962C8B-B14F-4D97-AF65-F5344CB8AC3E}">
        <p14:creationId xmlns:p14="http://schemas.microsoft.com/office/powerpoint/2010/main" val="2554351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2267F-7C35-00A9-17CD-5DFCAB179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E0825-7568-1B1C-D01D-90B60AE5D01F}"/>
              </a:ext>
            </a:extLst>
          </p:cNvPr>
          <p:cNvSpPr>
            <a:spLocks noGrp="1"/>
          </p:cNvSpPr>
          <p:nvPr>
            <p:ph type="title"/>
          </p:nvPr>
        </p:nvSpPr>
        <p:spPr/>
        <p:txBody>
          <a:bodyPr/>
          <a:lstStyle/>
          <a:p>
            <a:r>
              <a:rPr lang="en-CA" dirty="0"/>
              <a:t>ISA Code Compatibility – e.g., Arm Optional</a:t>
            </a:r>
          </a:p>
        </p:txBody>
      </p:sp>
      <p:sp>
        <p:nvSpPr>
          <p:cNvPr id="4" name="Date Placeholder 3">
            <a:extLst>
              <a:ext uri="{FF2B5EF4-FFF2-40B4-BE49-F238E27FC236}">
                <a16:creationId xmlns:a16="http://schemas.microsoft.com/office/drawing/2014/main" id="{D20FDAAE-36A6-5B0A-C66B-EA970887B4C6}"/>
              </a:ext>
            </a:extLst>
          </p:cNvPr>
          <p:cNvSpPr>
            <a:spLocks noGrp="1"/>
          </p:cNvSpPr>
          <p:nvPr>
            <p:ph type="dt" sz="half" idx="10"/>
          </p:nvPr>
        </p:nvSpPr>
        <p:spPr/>
        <p:txBody>
          <a:bodyPr/>
          <a:lstStyle/>
          <a:p>
            <a:fld id="{FFE7AEC7-36D9-47D3-9430-479CD19F2A8F}" type="datetime1">
              <a:rPr lang="en-CA" smtClean="0"/>
              <a:t>2026-03-14</a:t>
            </a:fld>
            <a:endParaRPr lang="en-CA"/>
          </a:p>
        </p:txBody>
      </p:sp>
      <p:sp>
        <p:nvSpPr>
          <p:cNvPr id="5" name="Footer Placeholder 4">
            <a:extLst>
              <a:ext uri="{FF2B5EF4-FFF2-40B4-BE49-F238E27FC236}">
                <a16:creationId xmlns:a16="http://schemas.microsoft.com/office/drawing/2014/main" id="{80C77650-0C18-848D-EB8F-9C50E86DAA05}"/>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79BB71EA-BDAA-04D9-BE2F-E56460855DA0}"/>
              </a:ext>
            </a:extLst>
          </p:cNvPr>
          <p:cNvSpPr>
            <a:spLocks noGrp="1"/>
          </p:cNvSpPr>
          <p:nvPr>
            <p:ph type="sldNum" sz="quarter" idx="12"/>
          </p:nvPr>
        </p:nvSpPr>
        <p:spPr/>
        <p:txBody>
          <a:bodyPr/>
          <a:lstStyle/>
          <a:p>
            <a:fld id="{D23FE6AF-7EC0-4502-9F71-820950EA8DB2}" type="slidenum">
              <a:rPr lang="en-CA" smtClean="0"/>
              <a:t>42</a:t>
            </a:fld>
            <a:endParaRPr lang="en-CA"/>
          </a:p>
        </p:txBody>
      </p:sp>
      <p:graphicFrame>
        <p:nvGraphicFramePr>
          <p:cNvPr id="3" name="Table 2">
            <a:extLst>
              <a:ext uri="{FF2B5EF4-FFF2-40B4-BE49-F238E27FC236}">
                <a16:creationId xmlns:a16="http://schemas.microsoft.com/office/drawing/2014/main" id="{F1A51ECF-9696-285E-8D4B-F833DE287F72}"/>
              </a:ext>
            </a:extLst>
          </p:cNvPr>
          <p:cNvGraphicFramePr>
            <a:graphicFrameLocks noGrp="1"/>
          </p:cNvGraphicFramePr>
          <p:nvPr>
            <p:extLst>
              <p:ext uri="{D42A27DB-BD31-4B8C-83A1-F6EECF244321}">
                <p14:modId xmlns:p14="http://schemas.microsoft.com/office/powerpoint/2010/main" val="3885860303"/>
              </p:ext>
            </p:extLst>
          </p:nvPr>
        </p:nvGraphicFramePr>
        <p:xfrm>
          <a:off x="427073" y="1832961"/>
          <a:ext cx="11417595" cy="3840480"/>
        </p:xfrm>
        <a:graphic>
          <a:graphicData uri="http://schemas.openxmlformats.org/drawingml/2006/table">
            <a:tbl>
              <a:tblPr/>
              <a:tblGrid>
                <a:gridCol w="1631085">
                  <a:extLst>
                    <a:ext uri="{9D8B030D-6E8A-4147-A177-3AD203B41FA5}">
                      <a16:colId xmlns:a16="http://schemas.microsoft.com/office/drawing/2014/main" val="1312177905"/>
                    </a:ext>
                  </a:extLst>
                </a:gridCol>
                <a:gridCol w="1631085">
                  <a:extLst>
                    <a:ext uri="{9D8B030D-6E8A-4147-A177-3AD203B41FA5}">
                      <a16:colId xmlns:a16="http://schemas.microsoft.com/office/drawing/2014/main" val="1817634816"/>
                    </a:ext>
                  </a:extLst>
                </a:gridCol>
                <a:gridCol w="1631085">
                  <a:extLst>
                    <a:ext uri="{9D8B030D-6E8A-4147-A177-3AD203B41FA5}">
                      <a16:colId xmlns:a16="http://schemas.microsoft.com/office/drawing/2014/main" val="2790255111"/>
                    </a:ext>
                  </a:extLst>
                </a:gridCol>
                <a:gridCol w="1631085">
                  <a:extLst>
                    <a:ext uri="{9D8B030D-6E8A-4147-A177-3AD203B41FA5}">
                      <a16:colId xmlns:a16="http://schemas.microsoft.com/office/drawing/2014/main" val="4105650408"/>
                    </a:ext>
                  </a:extLst>
                </a:gridCol>
                <a:gridCol w="1631085">
                  <a:extLst>
                    <a:ext uri="{9D8B030D-6E8A-4147-A177-3AD203B41FA5}">
                      <a16:colId xmlns:a16="http://schemas.microsoft.com/office/drawing/2014/main" val="959367252"/>
                    </a:ext>
                  </a:extLst>
                </a:gridCol>
                <a:gridCol w="1631085">
                  <a:extLst>
                    <a:ext uri="{9D8B030D-6E8A-4147-A177-3AD203B41FA5}">
                      <a16:colId xmlns:a16="http://schemas.microsoft.com/office/drawing/2014/main" val="3118410217"/>
                    </a:ext>
                  </a:extLst>
                </a:gridCol>
                <a:gridCol w="1631085">
                  <a:extLst>
                    <a:ext uri="{9D8B030D-6E8A-4147-A177-3AD203B41FA5}">
                      <a16:colId xmlns:a16="http://schemas.microsoft.com/office/drawing/2014/main" val="2119026"/>
                    </a:ext>
                  </a:extLst>
                </a:gridCol>
              </a:tblGrid>
              <a:tr h="365760">
                <a:tc>
                  <a:txBody>
                    <a:bodyPr/>
                    <a:lstStyle/>
                    <a:p>
                      <a:pPr>
                        <a:buNone/>
                      </a:pPr>
                      <a:r>
                        <a:rPr lang="en-CA" sz="1800"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M0 / M0+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CA" sz="1800" b="1" dirty="0"/>
                        <a:t>M33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677366203"/>
                  </a:ext>
                </a:extLst>
              </a:tr>
              <a:tr h="640080">
                <a:tc>
                  <a:txBody>
                    <a:bodyPr/>
                    <a:lstStyle/>
                    <a:p>
                      <a:pPr>
                        <a:buNone/>
                      </a:pPr>
                      <a:r>
                        <a:rPr lang="en-CA" sz="1800" b="1" dirty="0"/>
                        <a:t>DSP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462851"/>
                  </a:ext>
                </a:extLst>
              </a:tr>
              <a:tr h="640080">
                <a:tc>
                  <a:txBody>
                    <a:bodyPr/>
                    <a:lstStyle/>
                    <a:p>
                      <a:pPr>
                        <a:buNone/>
                      </a:pPr>
                      <a:r>
                        <a:rPr lang="en-CA" sz="1800" b="1" dirty="0"/>
                        <a:t>Hardware divide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3609902"/>
                  </a:ext>
                </a:extLst>
              </a:tr>
              <a:tr h="914400">
                <a:tc>
                  <a:txBody>
                    <a:bodyPr/>
                    <a:lstStyle/>
                    <a:p>
                      <a:pPr>
                        <a:buNone/>
                      </a:pPr>
                      <a:r>
                        <a:rPr lang="en-CA" sz="1800" b="1" dirty="0"/>
                        <a:t>Single-precision FPU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1898667"/>
                  </a:ext>
                </a:extLst>
              </a:tr>
              <a:tr h="914400">
                <a:tc>
                  <a:txBody>
                    <a:bodyPr/>
                    <a:lstStyle/>
                    <a:p>
                      <a:pPr>
                        <a:buNone/>
                      </a:pPr>
                      <a:r>
                        <a:rPr lang="en-CA" sz="1800" b="1" dirty="0"/>
                        <a:t>Double-precision FPU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Optional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0172299"/>
                  </a:ext>
                </a:extLst>
              </a:tr>
              <a:tr h="365760">
                <a:tc>
                  <a:txBody>
                    <a:bodyPr/>
                    <a:lstStyle/>
                    <a:p>
                      <a:pPr>
                        <a:buNone/>
                      </a:pPr>
                      <a:r>
                        <a:rPr lang="en-CA" sz="1800" b="1" dirty="0" err="1"/>
                        <a:t>TrustZone</a:t>
                      </a:r>
                      <a:r>
                        <a:rPr lang="en-CA" sz="1800" b="1" dirty="0"/>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A" sz="1800"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3166031"/>
                  </a:ext>
                </a:extLst>
              </a:tr>
            </a:tbl>
          </a:graphicData>
        </a:graphic>
      </p:graphicFrame>
    </p:spTree>
    <p:extLst>
      <p:ext uri="{BB962C8B-B14F-4D97-AF65-F5344CB8AC3E}">
        <p14:creationId xmlns:p14="http://schemas.microsoft.com/office/powerpoint/2010/main" val="4133656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6EFC6-1882-29E3-C654-A33CD7474238}"/>
              </a:ext>
            </a:extLst>
          </p:cNvPr>
          <p:cNvSpPr>
            <a:spLocks noGrp="1"/>
          </p:cNvSpPr>
          <p:nvPr>
            <p:ph type="title"/>
          </p:nvPr>
        </p:nvSpPr>
        <p:spPr/>
        <p:txBody>
          <a:bodyPr/>
          <a:lstStyle/>
          <a:p>
            <a:r>
              <a:rPr lang="en-CA" dirty="0"/>
              <a:t>Summary</a:t>
            </a:r>
          </a:p>
        </p:txBody>
      </p:sp>
      <p:sp>
        <p:nvSpPr>
          <p:cNvPr id="3" name="Content Placeholder 2">
            <a:extLst>
              <a:ext uri="{FF2B5EF4-FFF2-40B4-BE49-F238E27FC236}">
                <a16:creationId xmlns:a16="http://schemas.microsoft.com/office/drawing/2014/main" id="{04146893-17A9-7858-1A2E-DD40A2AC4BDA}"/>
              </a:ext>
            </a:extLst>
          </p:cNvPr>
          <p:cNvSpPr>
            <a:spLocks noGrp="1"/>
          </p:cNvSpPr>
          <p:nvPr>
            <p:ph idx="1"/>
          </p:nvPr>
        </p:nvSpPr>
        <p:spPr/>
        <p:txBody>
          <a:bodyPr>
            <a:normAutofit lnSpcReduction="10000"/>
          </a:bodyPr>
          <a:lstStyle/>
          <a:p>
            <a:r>
              <a:rPr lang="en-CA" dirty="0"/>
              <a:t>Instruction Set Architecture defines the machine:</a:t>
            </a:r>
          </a:p>
          <a:p>
            <a:pPr lvl="1"/>
            <a:r>
              <a:rPr lang="en-CA" dirty="0"/>
              <a:t>Memory model</a:t>
            </a:r>
          </a:p>
          <a:p>
            <a:pPr lvl="1"/>
            <a:r>
              <a:rPr lang="en-CA" dirty="0"/>
              <a:t>Addressing </a:t>
            </a:r>
          </a:p>
          <a:p>
            <a:pPr lvl="1"/>
            <a:r>
              <a:rPr lang="en-CA" dirty="0"/>
              <a:t>Registers</a:t>
            </a:r>
          </a:p>
          <a:p>
            <a:pPr lvl="1"/>
            <a:r>
              <a:rPr lang="en-CA" dirty="0"/>
              <a:t>Instructions</a:t>
            </a:r>
          </a:p>
          <a:p>
            <a:r>
              <a:rPr lang="en-CA" dirty="0"/>
              <a:t>There are different design choices, most break down to:</a:t>
            </a:r>
          </a:p>
          <a:p>
            <a:pPr lvl="1"/>
            <a:r>
              <a:rPr lang="en-CA" dirty="0"/>
              <a:t>Register-Memory (CISC)</a:t>
            </a:r>
          </a:p>
          <a:p>
            <a:pPr lvl="1"/>
            <a:r>
              <a:rPr lang="en-CA" dirty="0"/>
              <a:t>Register-Register / Load-Store (RISC)</a:t>
            </a:r>
          </a:p>
          <a:p>
            <a:r>
              <a:rPr lang="en-CA" dirty="0"/>
              <a:t>Reviewed common addressing modes</a:t>
            </a:r>
          </a:p>
          <a:p>
            <a:r>
              <a:rPr lang="en-CA" dirty="0"/>
              <a:t>Reviewed examples of code compatibility on Cortex-M specifically</a:t>
            </a:r>
          </a:p>
          <a:p>
            <a:endParaRPr lang="en-CA" dirty="0"/>
          </a:p>
        </p:txBody>
      </p:sp>
      <p:sp>
        <p:nvSpPr>
          <p:cNvPr id="4" name="Date Placeholder 3">
            <a:extLst>
              <a:ext uri="{FF2B5EF4-FFF2-40B4-BE49-F238E27FC236}">
                <a16:creationId xmlns:a16="http://schemas.microsoft.com/office/drawing/2014/main" id="{6BB53707-02FB-047F-2C75-72880AD79AA6}"/>
              </a:ext>
            </a:extLst>
          </p:cNvPr>
          <p:cNvSpPr>
            <a:spLocks noGrp="1"/>
          </p:cNvSpPr>
          <p:nvPr>
            <p:ph type="dt" sz="half" idx="10"/>
          </p:nvPr>
        </p:nvSpPr>
        <p:spPr/>
        <p:txBody>
          <a:bodyPr/>
          <a:lstStyle/>
          <a:p>
            <a:fld id="{4FC3EA4B-BA8F-4376-8362-5304B68BAA66}" type="datetime1">
              <a:rPr lang="en-CA" smtClean="0"/>
              <a:t>2026-03-14</a:t>
            </a:fld>
            <a:endParaRPr lang="en-CA"/>
          </a:p>
        </p:txBody>
      </p:sp>
      <p:sp>
        <p:nvSpPr>
          <p:cNvPr id="5" name="Footer Placeholder 4">
            <a:extLst>
              <a:ext uri="{FF2B5EF4-FFF2-40B4-BE49-F238E27FC236}">
                <a16:creationId xmlns:a16="http://schemas.microsoft.com/office/drawing/2014/main" id="{1FE1ABFA-7B9F-16AA-7C40-95CE83D1C8B6}"/>
              </a:ext>
            </a:extLst>
          </p:cNvPr>
          <p:cNvSpPr>
            <a:spLocks noGrp="1"/>
          </p:cNvSpPr>
          <p:nvPr>
            <p:ph type="ftr" sz="quarter" idx="11"/>
          </p:nvPr>
        </p:nvSpPr>
        <p:spPr/>
        <p:txBody>
          <a:bodyPr/>
          <a:lstStyle/>
          <a:p>
            <a:r>
              <a:rPr lang="en-US"/>
              <a:t>ECED3403 Computer Architecture. Colin O'Flynn.</a:t>
            </a:r>
            <a:endParaRPr lang="en-CA"/>
          </a:p>
        </p:txBody>
      </p:sp>
      <p:sp>
        <p:nvSpPr>
          <p:cNvPr id="6" name="Slide Number Placeholder 5">
            <a:extLst>
              <a:ext uri="{FF2B5EF4-FFF2-40B4-BE49-F238E27FC236}">
                <a16:creationId xmlns:a16="http://schemas.microsoft.com/office/drawing/2014/main" id="{DB11BCD4-DB92-D734-54B2-C5FD262B6FDF}"/>
              </a:ext>
            </a:extLst>
          </p:cNvPr>
          <p:cNvSpPr>
            <a:spLocks noGrp="1"/>
          </p:cNvSpPr>
          <p:nvPr>
            <p:ph type="sldNum" sz="quarter" idx="12"/>
          </p:nvPr>
        </p:nvSpPr>
        <p:spPr/>
        <p:txBody>
          <a:bodyPr/>
          <a:lstStyle/>
          <a:p>
            <a:fld id="{D23FE6AF-7EC0-4502-9F71-820950EA8DB2}" type="slidenum">
              <a:rPr lang="en-CA" smtClean="0"/>
              <a:t>43</a:t>
            </a:fld>
            <a:endParaRPr lang="en-CA"/>
          </a:p>
        </p:txBody>
      </p:sp>
    </p:spTree>
    <p:extLst>
      <p:ext uri="{BB962C8B-B14F-4D97-AF65-F5344CB8AC3E}">
        <p14:creationId xmlns:p14="http://schemas.microsoft.com/office/powerpoint/2010/main" val="2154954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1000</TotalTime>
  <Words>3497</Words>
  <Application>Microsoft Office PowerPoint</Application>
  <PresentationFormat>Widescreen</PresentationFormat>
  <Paragraphs>751</Paragraphs>
  <Slides>43</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Aptos</vt:lpstr>
      <vt:lpstr>Aptos Display</vt:lpstr>
      <vt:lpstr>Arial</vt:lpstr>
      <vt:lpstr>Courier</vt:lpstr>
      <vt:lpstr>Courier New</vt:lpstr>
      <vt:lpstr>Spectral</vt:lpstr>
      <vt:lpstr>Times New Roman</vt:lpstr>
      <vt:lpstr>Office Theme</vt:lpstr>
      <vt:lpstr>Computer Architecture: The Instruction Set Architecture (ISA) Part 1: Generics</vt:lpstr>
      <vt:lpstr>Lectures</vt:lpstr>
      <vt:lpstr>Defining a Processor</vt:lpstr>
      <vt:lpstr>A Simple (32-bit) Processor</vt:lpstr>
      <vt:lpstr>A Processor Datapath – PC and Instruction Memory</vt:lpstr>
      <vt:lpstr>A Processor Datapath – Add mux to Allow Jump/Branch</vt:lpstr>
      <vt:lpstr>A Processor Datapath – Add a Register File and ALU</vt:lpstr>
      <vt:lpstr>A Processor Datapath – Loading from Data Memory</vt:lpstr>
      <vt:lpstr>A Processor Datapath – Storing to Data Memory</vt:lpstr>
      <vt:lpstr>A Processor Datapath – Supporting Branch Instructions</vt:lpstr>
      <vt:lpstr>Encoding our Instructions</vt:lpstr>
      <vt:lpstr>What the ISA?</vt:lpstr>
      <vt:lpstr>What the ISA?</vt:lpstr>
      <vt:lpstr>ISA Code Compatibility</vt:lpstr>
      <vt:lpstr>CISC vs. RISC</vt:lpstr>
      <vt:lpstr>Sidenote: “Super-CISC” Architectures</vt:lpstr>
      <vt:lpstr>Registers &amp; Memory</vt:lpstr>
      <vt:lpstr>Register-Memory Architecture</vt:lpstr>
      <vt:lpstr>Load-Store Architecture</vt:lpstr>
      <vt:lpstr>Registers and the ISA in ARM</vt:lpstr>
      <vt:lpstr>Privilege Levels &amp; Operating Modes</vt:lpstr>
      <vt:lpstr>Registers in Operating Modes</vt:lpstr>
      <vt:lpstr>e.g., User to Fast Interrupt (FIQ)</vt:lpstr>
      <vt:lpstr>Addressing Modes</vt:lpstr>
      <vt:lpstr>Addressing: Register</vt:lpstr>
      <vt:lpstr>Addressing: Register + Offset (Base + Offset)</vt:lpstr>
      <vt:lpstr>Addressing: Stack-Based Access</vt:lpstr>
      <vt:lpstr>Addressing: Register Offset Addressing</vt:lpstr>
      <vt:lpstr>Addressing: Scaled Register Offset</vt:lpstr>
      <vt:lpstr>Addressing: Immediate</vt:lpstr>
      <vt:lpstr>Addressing: Immediate (Cont’d)</vt:lpstr>
      <vt:lpstr>Addressing: PC-Relative</vt:lpstr>
      <vt:lpstr>Addressing: PC-Relative Branches</vt:lpstr>
      <vt:lpstr>Addressing: Pre-Indexed Addressing</vt:lpstr>
      <vt:lpstr>Addressing: Post-Indexed Addressing</vt:lpstr>
      <vt:lpstr>Memory Model</vt:lpstr>
      <vt:lpstr>Arm Memory Model</vt:lpstr>
      <vt:lpstr>Odd ISA Instructions?</vt:lpstr>
      <vt:lpstr>The ARM ISA Family</vt:lpstr>
      <vt:lpstr>Sidenote on ARM Meaning</vt:lpstr>
      <vt:lpstr>ISA Code Compatibility – e.g., Arm ISA</vt:lpstr>
      <vt:lpstr>ISA Code Compatibility – e.g., Arm Optional</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Colin O'Flynn</dc:creator>
  <cp:lastModifiedBy>Colin O'Flynn</cp:lastModifiedBy>
  <cp:revision>8</cp:revision>
  <dcterms:created xsi:type="dcterms:W3CDTF">2026-01-21T00:55:01Z</dcterms:created>
  <dcterms:modified xsi:type="dcterms:W3CDTF">2026-03-15T00:08:22Z</dcterms:modified>
</cp:coreProperties>
</file>